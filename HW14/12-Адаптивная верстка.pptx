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355" r:id="rId2"/>
    <p:sldId id="364" r:id="rId3"/>
    <p:sldId id="456" r:id="rId4"/>
    <p:sldId id="457" r:id="rId5"/>
    <p:sldId id="458" r:id="rId6"/>
    <p:sldId id="459" r:id="rId7"/>
    <p:sldId id="460" r:id="rId8"/>
    <p:sldId id="461" r:id="rId9"/>
    <p:sldId id="462" r:id="rId10"/>
    <p:sldId id="463" r:id="rId11"/>
    <p:sldId id="454" r:id="rId12"/>
    <p:sldId id="455" r:id="rId13"/>
  </p:sldIdLst>
  <p:sldSz cx="9144000" cy="6858000" type="screen4x3"/>
  <p:notesSz cx="6858000" cy="9144000"/>
  <p:defaultTextStyle>
    <a:lvl1pPr marL="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 latinLnBrk="0">
      <a:defRPr lang="ru-RU" sz="1800" kern="1200">
        <a:solidFill>
          <a:schemeClr val="tx1"/>
        </a:solidFill>
        <a:latin typeface="+mn-lt"/>
        <a:ea typeface="+mn-ea"/>
        <a:cs typeface="+mn-cs"/>
      </a:defRPr>
    </a:lvl9pPr>
    <a:extLst/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0FF00"/>
    <a:srgbClr val="0000FF"/>
    <a:srgbClr val="111111"/>
    <a:srgbClr val="663300"/>
    <a:srgbClr val="CC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8024" autoAdjust="0"/>
  </p:normalViewPr>
  <p:slideViewPr>
    <p:cSldViewPr>
      <p:cViewPr varScale="1">
        <p:scale>
          <a:sx n="111" d="100"/>
          <a:sy n="111" d="100"/>
        </p:scale>
        <p:origin x="161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3" name="Rectangle 3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r" latinLnBrk="0">
              <a:defRPr lang="ru-RU" sz="1200"/>
            </a:lvl1pPr>
            <a:extLst/>
          </a:lstStyle>
          <a:p>
            <a:fld id="{68F88C59-319B-4332-9A1D-2A62CFCB00D8}" type="datetimeFigureOut">
              <a:rPr lang="ru-RU" smtClean="0"/>
              <a:pPr/>
              <a:t>20.01.2021</a:t>
            </a:fld>
            <a:endParaRPr lang="ru-RU" dirty="0"/>
          </a:p>
        </p:txBody>
      </p:sp>
      <p:sp>
        <p:nvSpPr>
          <p:cNvPr id="4" name="Rectangle 4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5" name="Rectangle 5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r" latinLnBrk="0">
              <a:defRPr lang="ru-RU" sz="1200"/>
            </a:lvl1pPr>
            <a:extLst/>
          </a:lstStyle>
          <a:p>
            <a:fld id="{B16A41B8-7DC3-4DB6-84E4-E105629EAA36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3" name="Rectangle 3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r" latinLnBrk="0">
              <a:defRPr lang="ru-RU" sz="1200"/>
            </a:lvl1pPr>
            <a:extLst/>
          </a:lstStyle>
          <a:p>
            <a:fld id="{968B300D-05F0-4B43-940D-46DED5A791AD}" type="datetimeFigureOut">
              <a:rPr lang="ru-RU"/>
              <a:pPr/>
              <a:t>20.01.2021</a:t>
            </a:fld>
            <a:endParaRPr lang="ru-RU" dirty="0"/>
          </a:p>
        </p:txBody>
      </p:sp>
      <p:sp>
        <p:nvSpPr>
          <p:cNvPr id="4" name="Rectangle 4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rtlCol="0" anchor="ctr"/>
          <a:lstStyle/>
          <a:p>
            <a:endParaRPr lang="ru-RU" dirty="0"/>
          </a:p>
        </p:txBody>
      </p:sp>
      <p:sp>
        <p:nvSpPr>
          <p:cNvPr id="5" name="Rectangle 5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Rectangle 6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l" latinLnBrk="0">
              <a:defRPr lang="ru-RU" sz="1200"/>
            </a:lvl1pPr>
            <a:extLst/>
          </a:lstStyle>
          <a:p>
            <a:endParaRPr lang="ru-RU" dirty="0"/>
          </a:p>
        </p:txBody>
      </p:sp>
      <p:sp>
        <p:nvSpPr>
          <p:cNvPr id="7" name="Rectangle 7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r" latinLnBrk="0">
              <a:defRPr lang="ru-RU" sz="1200"/>
            </a:lvl1pPr>
            <a:extLst/>
          </a:lstStyle>
          <a:p>
            <a:fld id="{9B26CD33-4337-4529-948A-94F6960B2374}" type="slidenum">
              <a:rPr/>
              <a:pPr/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 latinLnBrk="0">
      <a:defRPr lang="ru-RU" sz="1200" kern="1200">
        <a:solidFill>
          <a:schemeClr val="tx1"/>
        </a:solidFill>
        <a:latin typeface="+mn-lt"/>
        <a:ea typeface="+mn-ea"/>
        <a:cs typeface="+mn-cs"/>
      </a:defRPr>
    </a:lvl9pPr>
    <a:extLst/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</a:t>
            </a:fld>
            <a:endParaRPr lang="ru-RU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2</a:t>
            </a:fld>
            <a:endParaRPr lang="ru-RU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3</a:t>
            </a:fld>
            <a:endParaRPr lang="ru-RU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4</a:t>
            </a:fld>
            <a:endParaRPr lang="ru-RU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5</a:t>
            </a:fld>
            <a:endParaRPr lang="ru-RU"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6</a:t>
            </a:fld>
            <a:endParaRPr lang="ru-RU"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7</a:t>
            </a:fld>
            <a:endParaRPr lang="ru-RU" dirty="0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8</a:t>
            </a:fld>
            <a:endParaRPr lang="ru-RU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9</a:t>
            </a:fld>
            <a:endParaRPr lang="ru-RU"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10</a:t>
            </a:fld>
            <a:endParaRPr lang="ru-RU" dirty="0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11</a:t>
            </a:fld>
            <a:endParaRPr lang="ru-RU"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B26CD33-4337-4529-948A-94F6960B2374}" type="slidenum">
              <a:rPr lang="ru-RU" smtClean="0"/>
              <a:pPr/>
              <a:t>12</a:t>
            </a:fld>
            <a:endParaRPr lang="ru-RU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Обложка альбо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Grp="1"/>
          </p:cNvSpPr>
          <p:nvPr>
            <p:ph type="title" hasCustomPrompt="1"/>
          </p:nvPr>
        </p:nvSpPr>
        <p:spPr>
          <a:xfrm>
            <a:off x="228601" y="3962400"/>
            <a:ext cx="8298485" cy="1066800"/>
          </a:xfrm>
        </p:spPr>
        <p:txBody>
          <a:bodyPr bIns="0"/>
          <a:lstStyle>
            <a:lvl1pPr algn="r" eaLnBrk="1" latinLnBrk="0" hangingPunct="1">
              <a:defRPr kumimoji="0" lang="ru-RU"/>
            </a:lvl1pPr>
            <a:extLst/>
          </a:lstStyle>
          <a:p>
            <a:r>
              <a:rPr kumimoji="0" lang="ru-RU"/>
              <a:t>Заголовок фотоальбома</a:t>
            </a:r>
          </a:p>
        </p:txBody>
      </p:sp>
      <p:sp>
        <p:nvSpPr>
          <p:cNvPr id="30" name="Rectangle 7"/>
          <p:cNvSpPr>
            <a:spLocks/>
          </p:cNvSpPr>
          <p:nvPr/>
        </p:nvSpPr>
        <p:spPr>
          <a:xfrm>
            <a:off x="453736" y="5181600"/>
            <a:ext cx="8229600" cy="1143000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ru-RU"/>
            </a:pPr>
            <a:endParaRPr kumimoji="0" lang="ru-RU" sz="3200" b="0" i="1" u="none" strike="noStrike" kern="0" cap="none" spc="0" normalizeH="0" baseline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sp>
        <p:nvSpPr>
          <p:cNvPr id="9" name="Rectangle 7"/>
          <p:cNvSpPr>
            <a:spLocks noGrp="1"/>
          </p:cNvSpPr>
          <p:nvPr>
            <p:ph type="body" sz="quarter" idx="10" hasCustomPrompt="1"/>
          </p:nvPr>
        </p:nvSpPr>
        <p:spPr>
          <a:xfrm>
            <a:off x="2133600" y="5133975"/>
            <a:ext cx="6386946" cy="1219200"/>
          </a:xfrm>
        </p:spPr>
        <p:txBody>
          <a:bodyPr vert="horz" tIns="0" anchor="t" anchorCtr="0">
            <a:noAutofit/>
          </a:bodyPr>
          <a:lstStyle>
            <a:lvl1pPr marL="0" marR="0" indent="0" algn="r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Щелкните, чтобы добавить дату и прочие сведения</a:t>
            </a:r>
          </a:p>
        </p:txBody>
      </p:sp>
      <p:sp>
        <p:nvSpPr>
          <p:cNvPr id="27" name="Rectangle 6"/>
          <p:cNvSpPr>
            <a:spLocks noGrp="1"/>
          </p:cNvSpPr>
          <p:nvPr>
            <p:ph type="pic" sz="quarter" idx="11"/>
          </p:nvPr>
        </p:nvSpPr>
        <p:spPr>
          <a:xfrm>
            <a:off x="6096000" y="1600200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Rectangle 5"/>
          <p:cNvSpPr/>
          <p:nvPr userDrawn="1"/>
        </p:nvSpPr>
        <p:spPr>
          <a:xfrm>
            <a:off x="176844" y="186904"/>
            <a:ext cx="8763000" cy="6213896"/>
          </a:xfrm>
          <a:prstGeom prst="rect">
            <a:avLst/>
          </a:prstGeom>
          <a:noFill/>
          <a:ln w="9525" cap="rnd" cmpd="sng" algn="ctr">
            <a:solidFill>
              <a:schemeClr val="bg1">
                <a:tint val="85000"/>
              </a:schemeClr>
            </a:solidFill>
            <a:prstDash val="dash"/>
          </a:ln>
          <a:effectLst>
            <a:outerShdw blurRad="25400" dist="12700" dir="5400000" algn="tl" rotWithShape="0">
              <a:schemeClr val="bg1">
                <a:alpha val="60000"/>
              </a:scheme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20.01.2021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3" name="Rectangle 1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9"/>
          <p:cNvSpPr>
            <a:spLocks noGrp="1" noChangeAspect="1"/>
          </p:cNvSpPr>
          <p:nvPr>
            <p:ph type="pic" sz="quarter" idx="10"/>
          </p:nvPr>
        </p:nvSpPr>
        <p:spPr>
          <a:xfrm>
            <a:off x="914400" y="294590"/>
            <a:ext cx="7467600" cy="56007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/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5"/>
          <p:cNvSpPr>
            <a:spLocks noGrp="1"/>
          </p:cNvSpPr>
          <p:nvPr>
            <p:ph type="body" sz="quarter" idx="11" hasCustomPrompt="1"/>
          </p:nvPr>
        </p:nvSpPr>
        <p:spPr>
          <a:xfrm>
            <a:off x="914400" y="6019800"/>
            <a:ext cx="7467600" cy="38100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20.01.2021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preserve="1">
  <p:cSld name="Книж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8"/>
          <p:cNvSpPr>
            <a:spLocks noGrp="1"/>
          </p:cNvSpPr>
          <p:nvPr>
            <p:ph type="pic" sz="quarter" idx="10"/>
          </p:nvPr>
        </p:nvSpPr>
        <p:spPr>
          <a:xfrm>
            <a:off x="419375" y="233241"/>
            <a:ext cx="4640305" cy="61722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3" name="Rectangle 6"/>
          <p:cNvSpPr>
            <a:spLocks noGrp="1"/>
          </p:cNvSpPr>
          <p:nvPr>
            <p:ph type="body" sz="quarter" idx="11" hasCustomPrompt="1"/>
          </p:nvPr>
        </p:nvSpPr>
        <p:spPr>
          <a:xfrm>
            <a:off x="5257800" y="3048000"/>
            <a:ext cx="3505200" cy="3352800"/>
          </a:xfrm>
        </p:spPr>
        <p:txBody>
          <a:bodyPr tIns="91440" bIns="91440" anchor="b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20.01.2021</a:t>
            </a:fld>
            <a:endParaRPr kumimoji="0" lang="ru-RU" dirty="0"/>
          </a:p>
        </p:txBody>
      </p:sp>
      <p:sp>
        <p:nvSpPr>
          <p:cNvPr id="5" name="Rectangle 4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Альбомная (на весь экра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6"/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0" y="0"/>
            <a:ext cx="9144000" cy="6858000"/>
          </a:xfrm>
          <a:noFill/>
          <a:ln w="25400" cap="rnd" cmpd="sng" algn="ctr">
            <a:noFill/>
            <a:prstDash val="solid"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>
              <a:buFontTx/>
              <a:buNone/>
            </a:pPr>
            <a:r>
              <a:rPr kumimoji="0" lang="ru-RU" i="0" dirty="0"/>
              <a:t>Щелкните значок,</a:t>
            </a:r>
            <a:r>
              <a:rPr kumimoji="0" lang="ru-RU" i="0" baseline="0" dirty="0"/>
              <a:t> чтобы добавить </a:t>
            </a:r>
            <a:r>
              <a:rPr kumimoji="0" lang="ru-RU" i="0" dirty="0"/>
              <a:t>фотографию размером со всю страницу</a:t>
            </a:r>
            <a:endParaRPr kumimoji="0" lang="ru-RU" i="0" baseline="0" dirty="0"/>
          </a:p>
          <a:p>
            <a:pPr marL="0" marR="0" indent="0" algn="ctr">
              <a:buFontTx/>
              <a:buNone/>
            </a:pPr>
            <a:endParaRPr kumimoji="0" lang="ru-RU" i="0" dirty="0"/>
          </a:p>
          <a:p>
            <a:pPr algn="ctr">
              <a:buFontTx/>
              <a:buNone/>
            </a:pPr>
            <a:endParaRPr kumimoji="0" lang="ru-RU" i="0" dirty="0"/>
          </a:p>
          <a:p>
            <a:pPr algn="ctr">
              <a:buFontTx/>
              <a:buNone/>
            </a:pPr>
            <a:endParaRPr kumimoji="0" lang="ru-RU" i="0" dirty="0"/>
          </a:p>
        </p:txBody>
      </p:sp>
    </p:spTree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Раздел альбо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2"/>
          <p:cNvSpPr>
            <a:spLocks noGrp="1"/>
          </p:cNvSpPr>
          <p:nvPr>
            <p:ph type="title" hasCustomPrompt="1"/>
          </p:nvPr>
        </p:nvSpPr>
        <p:spPr>
          <a:xfrm>
            <a:off x="752670" y="4572000"/>
            <a:ext cx="7781730" cy="990600"/>
          </a:xfrm>
        </p:spPr>
        <p:txBody>
          <a:bodyPr vert="horz" bIns="0" anchor="b" anchorCtr="0"/>
          <a:lstStyle>
            <a:lvl1pPr eaLnBrk="1" latinLnBrk="0" hangingPunct="1">
              <a:defRPr kumimoji="0" lang="ru-RU" baseline="0"/>
            </a:lvl1pPr>
            <a:extLst/>
          </a:lstStyle>
          <a:p>
            <a:r>
              <a:rPr kumimoji="0" lang="ru-RU"/>
              <a:t>Заголовок раздела</a:t>
            </a:r>
          </a:p>
        </p:txBody>
      </p:sp>
      <p:sp>
        <p:nvSpPr>
          <p:cNvPr id="27" name="Rectangle 11"/>
          <p:cNvSpPr>
            <a:spLocks noGrp="1"/>
          </p:cNvSpPr>
          <p:nvPr>
            <p:ph type="body" sz="quarter" idx="14" hasCustomPrompt="1"/>
          </p:nvPr>
        </p:nvSpPr>
        <p:spPr>
          <a:xfrm>
            <a:off x="752670" y="5600700"/>
            <a:ext cx="7772400" cy="838200"/>
          </a:xfrm>
        </p:spPr>
        <p:txBody>
          <a:bodyPr vert="horz" tIns="0"/>
          <a:lstStyle>
            <a:lvl1pPr eaLnBrk="1" latinLnBrk="0" hangingPunct="1">
              <a:buFontTx/>
              <a:buNone/>
              <a:defRPr kumimoji="0" lang="ru-RU" sz="1800"/>
            </a:lvl1pPr>
            <a:extLst/>
          </a:lstStyle>
          <a:p>
            <a:pPr lvl="0"/>
            <a:r>
              <a:rPr kumimoji="0" lang="ru-RU"/>
              <a:t>Подзаголовок слайда</a:t>
            </a:r>
          </a:p>
        </p:txBody>
      </p:sp>
      <p:sp>
        <p:nvSpPr>
          <p:cNvPr id="7" name="Rectangle 6"/>
          <p:cNvSpPr>
            <a:spLocks noGrp="1"/>
          </p:cNvSpPr>
          <p:nvPr>
            <p:ph type="pic" sz="quarter" idx="11"/>
          </p:nvPr>
        </p:nvSpPr>
        <p:spPr>
          <a:xfrm>
            <a:off x="786338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8" name="Rectangle 6"/>
          <p:cNvSpPr>
            <a:spLocks noGrp="1"/>
          </p:cNvSpPr>
          <p:nvPr>
            <p:ph type="pic" sz="quarter" idx="15"/>
          </p:nvPr>
        </p:nvSpPr>
        <p:spPr>
          <a:xfrm>
            <a:off x="3474604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" name="Rectangle 6"/>
          <p:cNvSpPr>
            <a:spLocks noGrp="1"/>
          </p:cNvSpPr>
          <p:nvPr>
            <p:ph type="pic" sz="quarter" idx="16"/>
          </p:nvPr>
        </p:nvSpPr>
        <p:spPr>
          <a:xfrm>
            <a:off x="6162870" y="2140695"/>
            <a:ext cx="2286000" cy="2286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/>
          <a:lstStyle/>
          <a:p>
            <a:pPr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20.01.2021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ColTx" preserve="1">
  <p:cSld name="2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8"/>
          <p:cNvSpPr>
            <a:spLocks noGrp="1" noChangeAspect="1"/>
          </p:cNvSpPr>
          <p:nvPr>
            <p:ph type="pic" sz="quarter" idx="10"/>
          </p:nvPr>
        </p:nvSpPr>
        <p:spPr>
          <a:xfrm>
            <a:off x="4722047" y="609600"/>
            <a:ext cx="3431353" cy="4575141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1" name="Rectangle 8"/>
          <p:cNvSpPr>
            <a:spLocks noGrp="1" noChangeAspect="1"/>
          </p:cNvSpPr>
          <p:nvPr>
            <p:ph type="pic" sz="quarter" idx="11"/>
          </p:nvPr>
        </p:nvSpPr>
        <p:spPr>
          <a:xfrm>
            <a:off x="1066800" y="609600"/>
            <a:ext cx="3429000" cy="45720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" name="Rectangle 7"/>
          <p:cNvSpPr>
            <a:spLocks noGrp="1"/>
          </p:cNvSpPr>
          <p:nvPr>
            <p:ph type="body" sz="quarter" idx="14" hasCustomPrompt="1"/>
          </p:nvPr>
        </p:nvSpPr>
        <p:spPr>
          <a:xfrm>
            <a:off x="1066800" y="5334000"/>
            <a:ext cx="3429000" cy="1066800"/>
          </a:xfrm>
        </p:spPr>
        <p:txBody>
          <a:bodyPr lIns="91440"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9" name="Rectangle 7"/>
          <p:cNvSpPr>
            <a:spLocks noGrp="1"/>
          </p:cNvSpPr>
          <p:nvPr>
            <p:ph type="body" sz="quarter" idx="15" hasCustomPrompt="1"/>
          </p:nvPr>
        </p:nvSpPr>
        <p:spPr>
          <a:xfrm>
            <a:off x="4724400" y="5334000"/>
            <a:ext cx="3429000" cy="1066800"/>
          </a:xfrm>
        </p:spPr>
        <p:txBody>
          <a:bodyPr lIns="91440"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20.01.2021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альбом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4648200" y="1676400"/>
            <a:ext cx="4038600" cy="3028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5" name="Rectangle 7"/>
          <p:cNvSpPr>
            <a:spLocks noGrp="1" noChangeAspect="1"/>
          </p:cNvSpPr>
          <p:nvPr>
            <p:ph type="pic" sz="quarter" idx="14"/>
          </p:nvPr>
        </p:nvSpPr>
        <p:spPr>
          <a:xfrm>
            <a:off x="457200" y="1676400"/>
            <a:ext cx="4038600" cy="3028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457200" y="4857750"/>
            <a:ext cx="4038600" cy="123825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9" name="Rectangle 7"/>
          <p:cNvSpPr>
            <a:spLocks noGrp="1"/>
          </p:cNvSpPr>
          <p:nvPr>
            <p:ph type="body" sz="quarter" idx="17" hasCustomPrompt="1"/>
          </p:nvPr>
        </p:nvSpPr>
        <p:spPr>
          <a:xfrm>
            <a:off x="4648200" y="4857750"/>
            <a:ext cx="4038600" cy="1238250"/>
          </a:xfrm>
        </p:spPr>
        <p:txBody>
          <a:bodyPr rIns="9144"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20.01.2021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смешан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5141976" y="381000"/>
            <a:ext cx="3773424" cy="2830068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2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54152" y="381000"/>
            <a:ext cx="4462272" cy="5949696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1" name="Rectangle 7"/>
          <p:cNvSpPr>
            <a:spLocks noGrp="1"/>
          </p:cNvSpPr>
          <p:nvPr>
            <p:ph type="body" sz="quarter" idx="13" hasCustomPrompt="1"/>
          </p:nvPr>
        </p:nvSpPr>
        <p:spPr>
          <a:xfrm>
            <a:off x="5141976" y="3352800"/>
            <a:ext cx="3773425" cy="2971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20.01.2021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spect="1"/>
          </p:cNvSpPr>
          <p:nvPr>
            <p:ph type="pic" sz="quarter" idx="10"/>
          </p:nvPr>
        </p:nvSpPr>
        <p:spPr>
          <a:xfrm>
            <a:off x="2286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4" name="Rectangle 8"/>
          <p:cNvSpPr>
            <a:spLocks noGrp="1" noChangeAspect="1"/>
          </p:cNvSpPr>
          <p:nvPr>
            <p:ph type="pic" sz="quarter" idx="11"/>
          </p:nvPr>
        </p:nvSpPr>
        <p:spPr>
          <a:xfrm>
            <a:off x="32004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1" name="Rectangle 8"/>
          <p:cNvSpPr>
            <a:spLocks noGrp="1" noChangeAspect="1"/>
          </p:cNvSpPr>
          <p:nvPr>
            <p:ph type="pic" sz="quarter" idx="12"/>
          </p:nvPr>
        </p:nvSpPr>
        <p:spPr>
          <a:xfrm>
            <a:off x="6172200" y="1066800"/>
            <a:ext cx="2743200" cy="3657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body" sz="quarter" idx="13" hasCustomPrompt="1"/>
          </p:nvPr>
        </p:nvSpPr>
        <p:spPr>
          <a:xfrm>
            <a:off x="2286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6"/>
          <p:cNvSpPr>
            <a:spLocks noGrp="1"/>
          </p:cNvSpPr>
          <p:nvPr>
            <p:ph type="body" sz="quarter" idx="14" hasCustomPrompt="1"/>
          </p:nvPr>
        </p:nvSpPr>
        <p:spPr>
          <a:xfrm>
            <a:off x="32004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4" name="Rectangle 6"/>
          <p:cNvSpPr>
            <a:spLocks noGrp="1"/>
          </p:cNvSpPr>
          <p:nvPr>
            <p:ph type="body" sz="quarter" idx="15" hasCustomPrompt="1"/>
          </p:nvPr>
        </p:nvSpPr>
        <p:spPr>
          <a:xfrm>
            <a:off x="6172200" y="4876800"/>
            <a:ext cx="2743200" cy="1447800"/>
          </a:xfrm>
        </p:spPr>
        <p:txBody>
          <a:bodyPr anchor="t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Rectangle 7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20.01.2021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4663440" y="3403823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5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57200" y="3403823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6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4663440" y="228600"/>
            <a:ext cx="4023360" cy="3017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342900" indent="-34290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7" name="Rectangle 11"/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228600"/>
            <a:ext cx="4023360" cy="3017520"/>
          </a:xfrm>
        </p:spPr>
        <p:txBody>
          <a:bodyPr anchor="b" anchorCtr="0">
            <a:noAutofit/>
          </a:bodyPr>
          <a:lstStyle>
            <a:lvl1pPr marL="0" marR="0" indent="0" algn="l" rtl="0" eaLnBrk="1" latinLnBrk="0" hangingPunct="1">
              <a:spcBef>
                <a:spcPct val="20000"/>
              </a:spcBef>
              <a:buFontTx/>
              <a:buNone/>
              <a:defRPr kumimoji="0" lang="ru-RU" sz="1800" i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6" name="Rectangle 5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20.01.2021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сверху, смешанна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spect="1"/>
          </p:cNvSpPr>
          <p:nvPr>
            <p:ph type="pic" sz="quarter" idx="11"/>
          </p:nvPr>
        </p:nvSpPr>
        <p:spPr>
          <a:xfrm>
            <a:off x="5067300" y="3436620"/>
            <a:ext cx="3649900" cy="2889504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9" name="Rectangle 7"/>
          <p:cNvSpPr>
            <a:spLocks noGrp="1" noChangeAspect="1"/>
          </p:cNvSpPr>
          <p:nvPr>
            <p:ph type="pic" sz="quarter" idx="12"/>
          </p:nvPr>
        </p:nvSpPr>
        <p:spPr>
          <a:xfrm>
            <a:off x="426720" y="384048"/>
            <a:ext cx="4457700" cy="59436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0" name="Rectangle 7"/>
          <p:cNvSpPr>
            <a:spLocks noGrp="1" noChangeAspect="1"/>
          </p:cNvSpPr>
          <p:nvPr>
            <p:ph type="pic" sz="quarter" idx="13"/>
          </p:nvPr>
        </p:nvSpPr>
        <p:spPr>
          <a:xfrm>
            <a:off x="5067300" y="389332"/>
            <a:ext cx="3657600" cy="2887269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5" name="Rectangle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20.01.2021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книжная с подпися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7"/>
          <p:cNvSpPr>
            <a:spLocks noGrp="1"/>
          </p:cNvSpPr>
          <p:nvPr>
            <p:ph type="pic" sz="quarter" idx="14"/>
          </p:nvPr>
        </p:nvSpPr>
        <p:spPr>
          <a:xfrm>
            <a:off x="2229297" y="228600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" name="Rectangle 7"/>
          <p:cNvSpPr>
            <a:spLocks noGrp="1"/>
          </p:cNvSpPr>
          <p:nvPr>
            <p:ph type="pic" sz="quarter" idx="26"/>
          </p:nvPr>
        </p:nvSpPr>
        <p:spPr>
          <a:xfrm>
            <a:off x="2229297" y="3365392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0" name="Rectangle 7"/>
          <p:cNvSpPr>
            <a:spLocks noGrp="1" noChangeAspect="1"/>
          </p:cNvSpPr>
          <p:nvPr>
            <p:ph type="pic" sz="quarter" idx="25"/>
          </p:nvPr>
        </p:nvSpPr>
        <p:spPr>
          <a:xfrm>
            <a:off x="4672217" y="228600"/>
            <a:ext cx="2286000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7" name="Rectangle 7"/>
          <p:cNvSpPr>
            <a:spLocks noGrp="1"/>
          </p:cNvSpPr>
          <p:nvPr>
            <p:ph type="pic" sz="quarter" idx="27"/>
          </p:nvPr>
        </p:nvSpPr>
        <p:spPr>
          <a:xfrm>
            <a:off x="4667697" y="3365392"/>
            <a:ext cx="228521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400497" y="1295400"/>
            <a:ext cx="1676400" cy="1905000"/>
          </a:xfrm>
        </p:spPr>
        <p:txBody>
          <a:bodyPr anchor="b" anchorCtr="0">
            <a:noAutofit/>
          </a:bodyPr>
          <a:lstStyle>
            <a:lvl1pPr marL="0" marR="0" indent="0" algn="r" rtl="0" eaLnBrk="1" latinLnBrk="0" hangingPunct="1">
              <a:spcBef>
                <a:spcPct val="20000"/>
              </a:spcBef>
              <a:buFontTx/>
              <a:buNone/>
              <a:defRPr kumimoji="0" lang="ru-RU" sz="16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4" name="Rectangle 7"/>
          <p:cNvSpPr>
            <a:spLocks noGrp="1"/>
          </p:cNvSpPr>
          <p:nvPr>
            <p:ph type="body" sz="quarter" idx="29" hasCustomPrompt="1"/>
          </p:nvPr>
        </p:nvSpPr>
        <p:spPr>
          <a:xfrm>
            <a:off x="7086600" y="1295400"/>
            <a:ext cx="1676400" cy="1905000"/>
          </a:xfrm>
        </p:spPr>
        <p:txBody>
          <a:bodyPr anchor="b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4" name="Rectangle 7"/>
          <p:cNvSpPr>
            <a:spLocks noGrp="1"/>
          </p:cNvSpPr>
          <p:nvPr>
            <p:ph type="body" sz="quarter" idx="28" hasCustomPrompt="1"/>
          </p:nvPr>
        </p:nvSpPr>
        <p:spPr>
          <a:xfrm>
            <a:off x="400497" y="3352800"/>
            <a:ext cx="1676400" cy="1905000"/>
          </a:xfrm>
        </p:spPr>
        <p:txBody>
          <a:bodyPr anchor="t" anchorCtr="0"/>
          <a:lstStyle>
            <a:lvl1pPr marL="0" marR="0" indent="0" algn="r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3" name="Rectangle 7"/>
          <p:cNvSpPr>
            <a:spLocks noGrp="1"/>
          </p:cNvSpPr>
          <p:nvPr>
            <p:ph type="body" sz="quarter" idx="30" hasCustomPrompt="1"/>
          </p:nvPr>
        </p:nvSpPr>
        <p:spPr>
          <a:xfrm>
            <a:off x="7086600" y="3352800"/>
            <a:ext cx="1676400" cy="1905000"/>
          </a:xfrm>
        </p:spPr>
        <p:txBody>
          <a:bodyPr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1" name="Rectangle 10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20.01.2021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5" name="Rectangle 14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альбом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Grp="1"/>
          </p:cNvSpPr>
          <p:nvPr>
            <p:ph type="pic" sz="quarter" idx="14"/>
          </p:nvPr>
        </p:nvSpPr>
        <p:spPr>
          <a:xfrm>
            <a:off x="926821" y="533400"/>
            <a:ext cx="3653297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8" name="Rectangle 7"/>
          <p:cNvSpPr>
            <a:spLocks noGrp="1"/>
          </p:cNvSpPr>
          <p:nvPr>
            <p:ph type="body" sz="quarter" idx="16" hasCustomPrompt="1"/>
          </p:nvPr>
        </p:nvSpPr>
        <p:spPr>
          <a:xfrm>
            <a:off x="926821" y="61722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9" name="Rectangle 7"/>
          <p:cNvSpPr>
            <a:spLocks noGrp="1"/>
          </p:cNvSpPr>
          <p:nvPr>
            <p:ph type="pic" sz="quarter" idx="17"/>
          </p:nvPr>
        </p:nvSpPr>
        <p:spPr>
          <a:xfrm>
            <a:off x="4660621" y="5334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/>
          </p:cNvSpPr>
          <p:nvPr>
            <p:ph type="pic" sz="quarter" idx="18"/>
          </p:nvPr>
        </p:nvSpPr>
        <p:spPr>
          <a:xfrm>
            <a:off x="926821" y="33528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4" name="Rectangle 7"/>
          <p:cNvSpPr>
            <a:spLocks noGrp="1"/>
          </p:cNvSpPr>
          <p:nvPr>
            <p:ph type="pic" sz="quarter" idx="19"/>
          </p:nvPr>
        </p:nvSpPr>
        <p:spPr>
          <a:xfrm>
            <a:off x="4660621" y="3352800"/>
            <a:ext cx="3657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4" name="Rectangle 7"/>
          <p:cNvSpPr>
            <a:spLocks noGrp="1"/>
          </p:cNvSpPr>
          <p:nvPr>
            <p:ph type="body" sz="quarter" idx="22" hasCustomPrompt="1"/>
          </p:nvPr>
        </p:nvSpPr>
        <p:spPr>
          <a:xfrm>
            <a:off x="926821" y="1524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8" name="Rectangle 7"/>
          <p:cNvSpPr>
            <a:spLocks noGrp="1"/>
          </p:cNvSpPr>
          <p:nvPr>
            <p:ph type="body" sz="quarter" idx="23" hasCustomPrompt="1"/>
          </p:nvPr>
        </p:nvSpPr>
        <p:spPr>
          <a:xfrm>
            <a:off x="4660621" y="61722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6" name="Rectangle 7"/>
          <p:cNvSpPr>
            <a:spLocks noGrp="1"/>
          </p:cNvSpPr>
          <p:nvPr>
            <p:ph type="body" sz="quarter" idx="24" hasCustomPrompt="1"/>
          </p:nvPr>
        </p:nvSpPr>
        <p:spPr>
          <a:xfrm>
            <a:off x="4660621" y="152400"/>
            <a:ext cx="3657600" cy="304800"/>
          </a:xfrm>
        </p:spPr>
        <p:txBody>
          <a:bodyPr lIns="9144" anchor="t" anchorCtr="0"/>
          <a:lstStyle>
            <a:lvl1pPr marL="0" marR="0" indent="0" algn="l" eaLnBrk="1" latinLnBrk="0" hangingPunct="1">
              <a:buFontTx/>
              <a:buNone/>
              <a:defRPr kumimoji="0" lang="ru-RU" sz="16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10" name="Rectangle 9"/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20.01.2021</a:t>
            </a:fld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2" name="Rectangle 11"/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, книжная с большой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7"/>
          <p:cNvSpPr>
            <a:spLocks noGrp="1"/>
          </p:cNvSpPr>
          <p:nvPr>
            <p:ph type="pic" sz="quarter" idx="14"/>
          </p:nvPr>
        </p:nvSpPr>
        <p:spPr>
          <a:xfrm>
            <a:off x="15240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0" name="Rectangle 7"/>
          <p:cNvSpPr>
            <a:spLocks noGrp="1"/>
          </p:cNvSpPr>
          <p:nvPr>
            <p:ph type="pic" sz="quarter" idx="31"/>
          </p:nvPr>
        </p:nvSpPr>
        <p:spPr>
          <a:xfrm>
            <a:off x="454660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7"/>
          <p:cNvSpPr>
            <a:spLocks noGrp="1"/>
          </p:cNvSpPr>
          <p:nvPr>
            <p:ph type="pic" sz="quarter" idx="30"/>
          </p:nvPr>
        </p:nvSpPr>
        <p:spPr>
          <a:xfrm>
            <a:off x="2349060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9" name="Rectangle 7"/>
          <p:cNvSpPr>
            <a:spLocks noGrp="1"/>
          </p:cNvSpPr>
          <p:nvPr>
            <p:ph type="pic" sz="quarter" idx="32"/>
          </p:nvPr>
        </p:nvSpPr>
        <p:spPr>
          <a:xfrm>
            <a:off x="6740166" y="1524000"/>
            <a:ext cx="2106985" cy="2809311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4" name="Rectangle 7"/>
          <p:cNvSpPr>
            <a:spLocks noGrp="1"/>
          </p:cNvSpPr>
          <p:nvPr>
            <p:ph type="body" sz="quarter" idx="29" hasCustomPrompt="1"/>
          </p:nvPr>
        </p:nvSpPr>
        <p:spPr>
          <a:xfrm>
            <a:off x="152400" y="4495800"/>
            <a:ext cx="8763000" cy="1905000"/>
          </a:xfrm>
        </p:spPr>
        <p:txBody>
          <a:bodyPr anchor="t" anchorCtr="0"/>
          <a:lstStyle>
            <a:lvl1pPr marL="0" marR="0" indent="0" algn="l" eaLnBrk="1" latinLnBrk="0" hangingPunct="1">
              <a:buFontTx/>
              <a:buNone/>
              <a:defRPr kumimoji="0" lang="ru-RU" sz="2400" baseline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Rectangle 7"/>
          <p:cNvSpPr>
            <a:spLocks noGrp="1"/>
          </p:cNvSpPr>
          <p:nvPr>
            <p:ph type="dt" sz="half" idx="33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20.01.2021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4 сверху: 1 книжная и 3 альбом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7"/>
          <p:cNvSpPr>
            <a:spLocks noGrp="1"/>
          </p:cNvSpPr>
          <p:nvPr>
            <p:ph type="pic" sz="quarter" idx="14"/>
          </p:nvPr>
        </p:nvSpPr>
        <p:spPr>
          <a:xfrm>
            <a:off x="685800" y="257665"/>
            <a:ext cx="4617720" cy="6172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4" name="Rectangle 7"/>
          <p:cNvSpPr>
            <a:spLocks noGrp="1" noChangeAspect="1"/>
          </p:cNvSpPr>
          <p:nvPr>
            <p:ph type="pic" sz="quarter" idx="18"/>
          </p:nvPr>
        </p:nvSpPr>
        <p:spPr>
          <a:xfrm>
            <a:off x="5788848" y="257665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Rectangle 7"/>
          <p:cNvSpPr>
            <a:spLocks noGrp="1" noChangeAspect="1"/>
          </p:cNvSpPr>
          <p:nvPr>
            <p:ph type="pic" sz="quarter" idx="22"/>
          </p:nvPr>
        </p:nvSpPr>
        <p:spPr>
          <a:xfrm>
            <a:off x="5788848" y="2432657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14" name="Rectangle 7"/>
          <p:cNvSpPr>
            <a:spLocks noGrp="1" noChangeAspect="1"/>
          </p:cNvSpPr>
          <p:nvPr>
            <p:ph type="pic" sz="quarter" idx="23"/>
          </p:nvPr>
        </p:nvSpPr>
        <p:spPr>
          <a:xfrm>
            <a:off x="5788848" y="4607649"/>
            <a:ext cx="2438402" cy="1828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20.01.2021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25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5 сверху: 3 альбомных и 2 книж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7"/>
          <p:cNvSpPr>
            <a:spLocks noGrp="1"/>
          </p:cNvSpPr>
          <p:nvPr>
            <p:ph type="pic" sz="quarter" idx="14"/>
          </p:nvPr>
        </p:nvSpPr>
        <p:spPr>
          <a:xfrm>
            <a:off x="609600" y="3429000"/>
            <a:ext cx="207015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7" name="Rectangle 7"/>
          <p:cNvSpPr>
            <a:spLocks noGrp="1"/>
          </p:cNvSpPr>
          <p:nvPr>
            <p:ph type="pic" sz="quarter" idx="17"/>
          </p:nvPr>
        </p:nvSpPr>
        <p:spPr>
          <a:xfrm>
            <a:off x="3033848" y="228600"/>
            <a:ext cx="5562600" cy="417195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1" name="Rectangle 7"/>
          <p:cNvSpPr>
            <a:spLocks noGrp="1"/>
          </p:cNvSpPr>
          <p:nvPr>
            <p:ph type="pic" sz="quarter" idx="26"/>
          </p:nvPr>
        </p:nvSpPr>
        <p:spPr>
          <a:xfrm>
            <a:off x="609600" y="228600"/>
            <a:ext cx="2070154" cy="29718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6" name="Rectangle 7"/>
          <p:cNvSpPr>
            <a:spLocks noGrp="1" noChangeAspect="1"/>
          </p:cNvSpPr>
          <p:nvPr>
            <p:ph type="pic" sz="quarter" idx="27"/>
          </p:nvPr>
        </p:nvSpPr>
        <p:spPr>
          <a:xfrm>
            <a:off x="5943600" y="4495800"/>
            <a:ext cx="2666999" cy="1874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3" name="Rectangle 7"/>
          <p:cNvSpPr>
            <a:spLocks noGrp="1" noChangeAspect="1"/>
          </p:cNvSpPr>
          <p:nvPr>
            <p:ph type="pic" sz="quarter" idx="28"/>
          </p:nvPr>
        </p:nvSpPr>
        <p:spPr>
          <a:xfrm>
            <a:off x="3033848" y="4495800"/>
            <a:ext cx="2757352" cy="187452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20.01.2021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5 сверху: 3 книжных и 2 альбомны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7"/>
          <p:cNvSpPr>
            <a:spLocks noGrp="1"/>
          </p:cNvSpPr>
          <p:nvPr>
            <p:ph type="pic" sz="quarter" idx="26"/>
          </p:nvPr>
        </p:nvSpPr>
        <p:spPr>
          <a:xfrm>
            <a:off x="5121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3" name="Rectangle 7"/>
          <p:cNvSpPr>
            <a:spLocks noGrp="1"/>
          </p:cNvSpPr>
          <p:nvPr>
            <p:ph type="pic" sz="quarter" idx="29"/>
          </p:nvPr>
        </p:nvSpPr>
        <p:spPr>
          <a:xfrm>
            <a:off x="512134" y="228600"/>
            <a:ext cx="39624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0" name="Rectangle 7"/>
          <p:cNvSpPr>
            <a:spLocks noGrp="1"/>
          </p:cNvSpPr>
          <p:nvPr>
            <p:ph type="pic" sz="quarter" idx="30"/>
          </p:nvPr>
        </p:nvSpPr>
        <p:spPr>
          <a:xfrm>
            <a:off x="4718374" y="228600"/>
            <a:ext cx="39624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22" name="Rectangle 7"/>
          <p:cNvSpPr>
            <a:spLocks noGrp="1"/>
          </p:cNvSpPr>
          <p:nvPr>
            <p:ph type="pic" sz="quarter" idx="27"/>
          </p:nvPr>
        </p:nvSpPr>
        <p:spPr>
          <a:xfrm>
            <a:off x="32934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31" name="Rectangle 7"/>
          <p:cNvSpPr>
            <a:spLocks noGrp="1"/>
          </p:cNvSpPr>
          <p:nvPr>
            <p:ph type="pic" sz="quarter" idx="28"/>
          </p:nvPr>
        </p:nvSpPr>
        <p:spPr>
          <a:xfrm>
            <a:off x="6074734" y="3124200"/>
            <a:ext cx="2606040" cy="32766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Rectangle 6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20.01.2021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9" name="Rectangle 8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вадрат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W¥ل云玗İαЂôÁûÂÚ丫:Pïçtúrê Plå¢éhõlðér 表¥鷗字㌍ 表_W 3"/>
          <p:cNvSpPr>
            <a:spLocks noGrp="1" noChangeAspect="1"/>
          </p:cNvSpPr>
          <p:nvPr>
            <p:ph type="pic" sz="quarter" idx="10"/>
          </p:nvPr>
        </p:nvSpPr>
        <p:spPr>
          <a:xfrm>
            <a:off x="3050273" y="16002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W¥ل云玗İαЂÕØÚáÛ丫:Téxt Plàçèhòlðêr 表¥鷗字㌍_W 6"/>
          <p:cNvSpPr>
            <a:spLocks noGrp="1"/>
          </p:cNvSpPr>
          <p:nvPr>
            <p:ph type="body" sz="quarter" idx="15" hasCustomPrompt="1"/>
          </p:nvPr>
        </p:nvSpPr>
        <p:spPr>
          <a:xfrm>
            <a:off x="3048000" y="48768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20.01.2021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8" name="Rectangle 7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сверху, квадратна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W¥ل云玗İαЂôÁûÂÚ丫:Pïçtúrê Plå¢éhõlðér 表¥鷗字㌍ 表_W 3"/>
          <p:cNvSpPr>
            <a:spLocks noGrp="1" noChangeAspect="1"/>
          </p:cNvSpPr>
          <p:nvPr>
            <p:ph type="pic" sz="quarter" idx="10"/>
          </p:nvPr>
        </p:nvSpPr>
        <p:spPr>
          <a:xfrm>
            <a:off x="4955273" y="13716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6" name="W¥ل云玗İαЂôÁûÂÚ丫:Pïçtúrê Plå¢éhõlðér 表¥鷗字㌍ 表_W 5"/>
          <p:cNvSpPr>
            <a:spLocks noGrp="1" noChangeAspect="1"/>
          </p:cNvSpPr>
          <p:nvPr>
            <p:ph type="pic" sz="quarter" idx="14"/>
          </p:nvPr>
        </p:nvSpPr>
        <p:spPr>
          <a:xfrm>
            <a:off x="1143000" y="1371600"/>
            <a:ext cx="3198127" cy="3200400"/>
          </a:xfr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1588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7" name="W¥ل云玗İαЂÕØÚáÛ丫:Téxt Plàçèhòlðêr 表¥鷗字㌍_W 6"/>
          <p:cNvSpPr>
            <a:spLocks noGrp="1"/>
          </p:cNvSpPr>
          <p:nvPr>
            <p:ph type="body" sz="quarter" idx="15" hasCustomPrompt="1"/>
          </p:nvPr>
        </p:nvSpPr>
        <p:spPr>
          <a:xfrm>
            <a:off x="4953000" y="46482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8" name="W¥ل云玗İαЂÕØÚáÛ丫:Téxt Plàçèhòlðêr 表¥鷗字㌍_W 7"/>
          <p:cNvSpPr>
            <a:spLocks noGrp="1"/>
          </p:cNvSpPr>
          <p:nvPr>
            <p:ph type="body" sz="quarter" idx="16" hasCustomPrompt="1"/>
          </p:nvPr>
        </p:nvSpPr>
        <p:spPr>
          <a:xfrm>
            <a:off x="1143000" y="4648200"/>
            <a:ext cx="3200400" cy="12954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9" name="Rectangle 8"/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20.01.2021</a:t>
            </a:fld>
            <a:endParaRPr kumimoji="0" lang="ru-RU" dirty="0"/>
          </a:p>
        </p:txBody>
      </p:sp>
      <p:sp>
        <p:nvSpPr>
          <p:cNvPr id="10" name="Rectangle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11" name="Rectangle 10"/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W¥ل云玗İαЂôÁûÂÚ丫:Pïçtúrê Plå¢éhõlðér 表¥鷗字㌍ 表_W 2"/>
          <p:cNvSpPr>
            <a:spLocks noGrp="1"/>
          </p:cNvSpPr>
          <p:nvPr>
            <p:ph type="pic" sz="quarter" idx="30"/>
          </p:nvPr>
        </p:nvSpPr>
        <p:spPr>
          <a:xfrm>
            <a:off x="457200" y="2057400"/>
            <a:ext cx="8229600" cy="2743200"/>
          </a:xfrm>
          <a:prstGeom prst="rect">
            <a:avLst/>
          </a:prstGeom>
          <a:noFill/>
          <a:ln w="38100" cap="sq" cmpd="sng" algn="ctr">
            <a:solidFill>
              <a:schemeClr val="tx1"/>
            </a:solidFill>
            <a:prstDash val="solid"/>
            <a:miter lim="800000"/>
          </a:ln>
          <a:effectLst>
            <a:outerShdw blurRad="50800" dist="50800" dir="2700000" algn="tl" rotWithShape="0">
              <a:srgbClr val="000000">
                <a:alpha val="50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>
            <a:normAutofit/>
          </a:bodyPr>
          <a:lstStyle>
            <a:lvl1pPr marL="0" marR="0" indent="1588" algn="ctr" rtl="0" eaLnBrk="1" latinLnBrk="0" hangingPunct="1">
              <a:spcBef>
                <a:spcPct val="20000"/>
              </a:spcBef>
              <a:buFontTx/>
              <a:buNone/>
              <a:defRPr kumimoji="0" lang="ru-RU" sz="2400" i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extLst/>
          </a:lstStyle>
          <a:p>
            <a:pPr marL="0" marR="0" indent="0" algn="ctr" eaLnBrk="1" latinLnBrk="0" hangingPunct="1"/>
            <a:r>
              <a:rPr lang="ru-RU" dirty="0" smtClean="0"/>
              <a:t>Вставка рисунка</a:t>
            </a:r>
            <a:endParaRPr dirty="0"/>
          </a:p>
        </p:txBody>
      </p:sp>
      <p:sp>
        <p:nvSpPr>
          <p:cNvPr id="4" name="W¥ل云玗İαЂÕØÚáÛ丫:Téxt Plàçèhòlðêr 表¥鷗字㌍_W 3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4876800"/>
            <a:ext cx="8229600" cy="1447800"/>
          </a:xfrm>
        </p:spPr>
        <p:txBody>
          <a:bodyPr tIns="91440" rIns="9144" bIns="91440" anchor="t"/>
          <a:lstStyle>
            <a:lvl1pPr marL="0" marR="0" indent="0" algn="l" eaLnBrk="1" latinLnBrk="0" hangingPunct="1">
              <a:buFontTx/>
              <a:buNone/>
              <a:defRPr kumimoji="0" lang="ru-RU" sz="1800" i="0"/>
            </a:lvl1pPr>
            <a:extLst/>
          </a:lstStyle>
          <a:p>
            <a:pPr lvl="0"/>
            <a:r>
              <a:rPr kumimoji="0" lang="ru-RU"/>
              <a:t>Надпись</a:t>
            </a:r>
          </a:p>
        </p:txBody>
      </p:sp>
      <p:sp>
        <p:nvSpPr>
          <p:cNvPr id="5" name="Rectangle 4"/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20.01.2021</a:t>
            </a:fld>
            <a:endParaRPr kumimoji="0" lang="ru-RU" dirty="0"/>
          </a:p>
        </p:txBody>
      </p:sp>
      <p:sp>
        <p:nvSpPr>
          <p:cNvPr id="6" name="Rectangle 5"/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dirty="0"/>
          </a:p>
        </p:txBody>
      </p:sp>
      <p:sp>
        <p:nvSpPr>
          <p:cNvPr id="7" name="Rectangle 6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kumimoji="0" lang="ru-RU" dirty="0"/>
          </a:p>
        </p:txBody>
      </p:sp>
    </p:spTree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3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pPr eaLnBrk="1" latinLnBrk="0" hangingPunct="1"/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14" name="Rectangle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/>
          </a:p>
        </p:txBody>
      </p:sp>
      <p:sp>
        <p:nvSpPr>
          <p:cNvPr id="2" name="Rectangle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B2EC6F-6501-4E04-BD6C-A8A6CABB2C5B}" type="datetimeFigureOut">
              <a:rPr lang="ru-RU"/>
              <a:pPr/>
              <a:t>20.01.2021</a:t>
            </a:fld>
            <a:endParaRPr kumimoji="0" lang="ru-RU" dirty="0"/>
          </a:p>
        </p:txBody>
      </p:sp>
      <p:sp>
        <p:nvSpPr>
          <p:cNvPr id="27" name="Rectangle 1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ru-RU" dirty="0"/>
          </a:p>
        </p:txBody>
      </p:sp>
      <p:sp>
        <p:nvSpPr>
          <p:cNvPr id="24" name="Rectangle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3B0023-0CED-47F7-85AE-654F0B232C29}" type="slidenum">
              <a:rPr/>
              <a:pPr/>
              <a:t>‹#›</a:t>
            </a:fld>
            <a:endParaRPr kumimoji="0" lang="ru-RU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2.jpe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24" cstate="print">
            <a:alphaModFix amt="55000"/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6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249362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pPr eaLnBrk="1" latinLnBrk="0" hangingPunct="1"/>
            <a:r>
              <a:rPr kumimoji="0" lang="ru-RU" smtClean="0"/>
              <a:t>Образец заголовка</a:t>
            </a:r>
            <a:endParaRPr kumimoji="0" lang="en-US" smtClean="0"/>
          </a:p>
        </p:txBody>
      </p:sp>
      <p:sp>
        <p:nvSpPr>
          <p:cNvPr id="13" name="Rectangle 5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  <p:sp>
        <p:nvSpPr>
          <p:cNvPr id="29" name="Rectangle 3"/>
          <p:cNvSpPr>
            <a:spLocks noGrp="1"/>
          </p:cNvSpPr>
          <p:nvPr>
            <p:ph type="dt" sz="half" idx="2"/>
          </p:nvPr>
        </p:nvSpPr>
        <p:spPr>
          <a:xfrm>
            <a:off x="66675" y="6559360"/>
            <a:ext cx="2438400" cy="244475"/>
          </a:xfrm>
          <a:prstGeom prst="rect">
            <a:avLst/>
          </a:prstGeom>
        </p:spPr>
        <p:txBody>
          <a:bodyPr anchor="b"/>
          <a:lstStyle>
            <a:lvl1pPr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fld id="{F30C84A2-23CF-44F5-B813-5187ED5C7D1C}" type="datetimeFigureOut">
              <a:rPr kumimoji="0" lang="ru-RU" sz="1200">
                <a:solidFill>
                  <a:schemeClr val="tx2"/>
                </a:solidFill>
              </a:rPr>
              <a:pPr/>
              <a:t>20.01.2021</a:t>
            </a:fld>
            <a:endParaRPr kumimoji="0" lang="ru-RU" sz="1200" dirty="0">
              <a:solidFill>
                <a:schemeClr val="tx2"/>
              </a:solidFill>
            </a:endParaRPr>
          </a:p>
        </p:txBody>
      </p:sp>
      <p:sp>
        <p:nvSpPr>
          <p:cNvPr id="20" name="Rectangle 25"/>
          <p:cNvSpPr>
            <a:spLocks noGrp="1"/>
          </p:cNvSpPr>
          <p:nvPr>
            <p:ph type="ftr" sz="quarter" idx="3"/>
          </p:nvPr>
        </p:nvSpPr>
        <p:spPr>
          <a:xfrm>
            <a:off x="2995653" y="6558153"/>
            <a:ext cx="4648200" cy="246888"/>
          </a:xfrm>
          <a:prstGeom prst="rect">
            <a:avLst/>
          </a:prstGeom>
        </p:spPr>
        <p:txBody>
          <a:bodyPr anchor="b"/>
          <a:lstStyle>
            <a:lvl1pPr algn="ctr"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pPr algn="ctr"/>
            <a:endParaRPr kumimoji="0" lang="ru-RU" sz="1200" dirty="0">
              <a:solidFill>
                <a:schemeClr val="tx2"/>
              </a:solidFill>
            </a:endParaRPr>
          </a:p>
        </p:txBody>
      </p:sp>
      <p:sp>
        <p:nvSpPr>
          <p:cNvPr id="23" name="Rectangle 16"/>
          <p:cNvSpPr>
            <a:spLocks noGrp="1"/>
          </p:cNvSpPr>
          <p:nvPr>
            <p:ph type="sldNum" sz="quarter" idx="4"/>
          </p:nvPr>
        </p:nvSpPr>
        <p:spPr>
          <a:xfrm>
            <a:off x="8172450" y="6559360"/>
            <a:ext cx="914400" cy="244475"/>
          </a:xfrm>
          <a:prstGeom prst="rect">
            <a:avLst/>
          </a:prstGeom>
        </p:spPr>
        <p:txBody>
          <a:bodyPr/>
          <a:lstStyle>
            <a:lvl1pPr algn="r" eaLnBrk="1" latinLnBrk="0" hangingPunct="1">
              <a:defRPr kumimoji="0" lang="ru-RU" sz="1200">
                <a:solidFill>
                  <a:schemeClr val="tx2"/>
                </a:solidFill>
              </a:defRPr>
            </a:lvl1pPr>
            <a:extLst/>
          </a:lstStyle>
          <a:p>
            <a:pPr algn="r"/>
            <a:fld id="{F99EC173-99AE-4773-AB25-02E469A13EAE}" type="slidenum">
              <a:rPr kumimoji="0" lang="ru-RU" sz="1200">
                <a:solidFill>
                  <a:schemeClr val="tx2"/>
                </a:solidFill>
              </a:rPr>
              <a:pPr algn="r"/>
              <a:t>‹#›</a:t>
            </a:fld>
            <a:endParaRPr kumimoji="0" lang="ru-RU" sz="1200" dirty="0">
              <a:solidFill>
                <a:schemeClr val="tx2"/>
              </a:solidFill>
            </a:endParaRPr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</p:sldLayoutIdLst>
  <p:transition>
    <p:fade/>
  </p:transition>
  <p:timing>
    <p:tnLst>
      <p:par>
        <p:cTn id="1" dur="indefinite" restart="never" nodeType="tmRoot"/>
      </p:par>
    </p:tnLst>
  </p:timing>
  <p:txStyles>
    <p:titleStyle>
      <a:lvl1pPr algn="l" rtl="0" eaLnBrk="1" latinLnBrk="0" hangingPunct="1">
        <a:spcBef>
          <a:spcPct val="0"/>
        </a:spcBef>
        <a:buNone/>
        <a:defRPr kumimoji="0" lang="ru-RU" sz="3200" cap="all" baseline="0">
          <a:solidFill>
            <a:schemeClr val="tx2"/>
          </a:solidFill>
          <a:effectLst>
            <a:outerShdw blurRad="51000" dist="370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latinLnBrk="0" hangingPunct="1">
        <a:defRPr kumimoji="0" lang="ru-RU">
          <a:solidFill>
            <a:schemeClr val="tx2"/>
          </a:solidFill>
        </a:defRPr>
      </a:lvl2pPr>
      <a:lvl3pPr eaLnBrk="1" latinLnBrk="0" hangingPunct="1">
        <a:defRPr kumimoji="0" lang="ru-RU">
          <a:solidFill>
            <a:schemeClr val="tx2"/>
          </a:solidFill>
        </a:defRPr>
      </a:lvl3pPr>
      <a:lvl4pPr eaLnBrk="1" latinLnBrk="0" hangingPunct="1">
        <a:defRPr kumimoji="0" lang="ru-RU">
          <a:solidFill>
            <a:schemeClr val="tx2"/>
          </a:solidFill>
        </a:defRPr>
      </a:lvl4pPr>
      <a:lvl5pPr eaLnBrk="1" latinLnBrk="0" hangingPunct="1">
        <a:defRPr kumimoji="0" lang="ru-RU">
          <a:solidFill>
            <a:schemeClr val="tx2"/>
          </a:solidFill>
        </a:defRPr>
      </a:lvl5pPr>
      <a:lvl6pPr eaLnBrk="1" latinLnBrk="0" hangingPunct="1">
        <a:defRPr kumimoji="0" lang="ru-RU">
          <a:solidFill>
            <a:schemeClr val="tx2"/>
          </a:solidFill>
        </a:defRPr>
      </a:lvl6pPr>
      <a:lvl7pPr eaLnBrk="1" latinLnBrk="0" hangingPunct="1">
        <a:defRPr kumimoji="0" lang="ru-RU">
          <a:solidFill>
            <a:schemeClr val="tx2"/>
          </a:solidFill>
        </a:defRPr>
      </a:lvl7pPr>
      <a:lvl8pPr eaLnBrk="1" latinLnBrk="0" hangingPunct="1">
        <a:defRPr kumimoji="0" lang="ru-RU">
          <a:solidFill>
            <a:schemeClr val="tx2"/>
          </a:solidFill>
        </a:defRPr>
      </a:lvl8pPr>
      <a:lvl9pPr eaLnBrk="1" latinLnBrk="0" hangingPunct="1">
        <a:defRPr kumimoji="0" lang="ru-RU">
          <a:solidFill>
            <a:schemeClr val="tx2"/>
          </a:solidFill>
        </a:defRPr>
      </a:lvl9pPr>
      <a:extLst/>
    </p:titleStyle>
    <p:bodyStyle>
      <a:lvl1pPr marL="342900" indent="-342900" algn="l" rtl="0" eaLnBrk="1" latinLnBrk="0" hangingPunct="1">
        <a:spcBef>
          <a:spcPct val="20000"/>
        </a:spcBef>
        <a:buChar char="•"/>
        <a:defRPr kumimoji="0" lang="ru-RU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latinLnBrk="0" hangingPunct="1">
        <a:spcBef>
          <a:spcPct val="20000"/>
        </a:spcBef>
        <a:buChar char="–"/>
        <a:defRPr kumimoji="0" lang="ru-RU"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latinLnBrk="0" hangingPunct="1">
        <a:spcBef>
          <a:spcPct val="20000"/>
        </a:spcBef>
        <a:buChar char="–"/>
        <a:defRPr kumimoji="0" lang="ru-RU"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latinLnBrk="0" hangingPunct="1">
        <a:spcBef>
          <a:spcPct val="20000"/>
        </a:spcBef>
        <a:buChar char="»"/>
        <a:defRPr kumimoji="0" lang="ru-RU" sz="16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eaLnBrk="1" latinLnBrk="0" hangingPunct="1">
        <a:spcBef>
          <a:spcPct val="20000"/>
        </a:spcBef>
        <a:buChar char="•"/>
        <a:defRPr kumimoji="0" lang="ru-RU" sz="20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lang="ru-RU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 descr="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179512" y="0"/>
            <a:ext cx="2420888" cy="2420888"/>
          </a:xfrm>
          <a:prstGeom prst="rect">
            <a:avLst/>
          </a:prstGeom>
          <a:solidFill>
            <a:srgbClr val="000000">
              <a:shade val="95000"/>
            </a:srgbClr>
          </a:solidFill>
          <a:ln w="444500" cap="sq">
            <a:solidFill>
              <a:srgbClr val="000000"/>
            </a:solidFill>
            <a:miter lim="800000"/>
          </a:ln>
          <a:effectLst>
            <a:outerShdw blurRad="254000" dist="190500" dir="2700000" sy="90000" algn="bl" rotWithShape="0">
              <a:srgbClr val="000000">
                <a:alpha val="40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0" y="6021288"/>
            <a:ext cx="8748464" cy="369332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r"/>
            <a:r>
              <a:rPr lang="ru-RU" b="1" i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/>
            </a:r>
            <a:endParaRPr lang="ru-RU" sz="3600" b="1" i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131840" y="1844824"/>
            <a:ext cx="5760640" cy="304698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r"/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Разработка веб-страниц на языке разметки HTML5 с</a:t>
            </a:r>
            <a:r>
              <a:rPr lang="en-US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</a:t>
            </a:r>
            <a:r>
              <a:rPr lang="ru-RU" sz="3200" b="1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использованием каскадных таблиц стилей CSS3</a:t>
            </a:r>
            <a:endParaRPr lang="ru-RU" sz="3200" b="1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Создание ТЗ</a:t>
            </a:r>
            <a:endParaRPr lang="ru-RU" sz="40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708920"/>
            <a:ext cx="8640960" cy="58477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32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Из чего состоит сайт?</a:t>
            </a:r>
            <a:endParaRPr lang="ru-RU" sz="2400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060848"/>
            <a:ext cx="8640960" cy="2308324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Создание адаптивного сайта посредством </a:t>
            </a:r>
            <a:r>
              <a:rPr lang="ru-RU" sz="4800" b="1" u="sng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медиа</a:t>
            </a:r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 запросов </a:t>
            </a:r>
            <a:r>
              <a:rPr lang="en-US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@media</a:t>
            </a:r>
            <a:endParaRPr lang="ru-RU" sz="4000" b="1" u="sng" dirty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764704"/>
            <a:ext cx="8640960" cy="489364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2400" dirty="0" smtClean="0">
                <a:ln w="50800"/>
                <a:solidFill>
                  <a:schemeClr val="bg1"/>
                </a:solidFill>
              </a:rPr>
              <a:t>Самое главное без чего не будут работать </a:t>
            </a:r>
            <a:r>
              <a:rPr lang="ru-RU" sz="2400" dirty="0" err="1" smtClean="0">
                <a:ln w="50800"/>
                <a:solidFill>
                  <a:schemeClr val="bg1"/>
                </a:solidFill>
              </a:rPr>
              <a:t>медиа</a:t>
            </a:r>
            <a:r>
              <a:rPr lang="ru-RU" sz="2400" dirty="0" smtClean="0">
                <a:ln w="50800"/>
                <a:solidFill>
                  <a:schemeClr val="bg1"/>
                </a:solidFill>
              </a:rPr>
              <a:t> запросы</a:t>
            </a:r>
          </a:p>
          <a:p>
            <a:pPr algn="ctr"/>
            <a:r>
              <a:rPr lang="en-US" sz="2400" dirty="0" smtClean="0">
                <a:solidFill>
                  <a:schemeClr val="bg1"/>
                </a:solidFill>
              </a:rPr>
              <a:t>&lt;meta name="viewport" content="width=device-width, initial-scale=1.0" /&gt;</a:t>
            </a:r>
            <a:endParaRPr lang="ru-RU" sz="2400" dirty="0" smtClean="0">
              <a:solidFill>
                <a:schemeClr val="bg1"/>
              </a:solidFill>
            </a:endParaRPr>
          </a:p>
          <a:p>
            <a:pPr algn="ctr"/>
            <a:endParaRPr lang="ru-RU" sz="2400" dirty="0" smtClean="0">
              <a:ln w="50800"/>
              <a:solidFill>
                <a:schemeClr val="bg1"/>
              </a:solidFill>
            </a:endParaRPr>
          </a:p>
          <a:p>
            <a:r>
              <a:rPr lang="ru-RU" dirty="0" smtClean="0">
                <a:solidFill>
                  <a:schemeClr val="bg1"/>
                </a:solidFill>
              </a:rPr>
              <a:t>Включение поддержки тега </a:t>
            </a:r>
            <a:r>
              <a:rPr lang="ru-RU" dirty="0" err="1" smtClean="0">
                <a:solidFill>
                  <a:schemeClr val="bg1"/>
                </a:solidFill>
              </a:rPr>
              <a:t>meta</a:t>
            </a:r>
            <a:r>
              <a:rPr lang="ru-RU" dirty="0" smtClean="0">
                <a:solidFill>
                  <a:schemeClr val="bg1"/>
                </a:solidFill>
              </a:rPr>
              <a:t> </a:t>
            </a:r>
            <a:r>
              <a:rPr lang="ru-RU" dirty="0" err="1" smtClean="0">
                <a:solidFill>
                  <a:schemeClr val="bg1"/>
                </a:solidFill>
              </a:rPr>
              <a:t>viewport</a:t>
            </a:r>
            <a:r>
              <a:rPr lang="ru-RU" dirty="0" smtClean="0">
                <a:solidFill>
                  <a:schemeClr val="bg1"/>
                </a:solidFill>
              </a:rPr>
              <a:t> для адаптивных сайтов осуществляется посредством добавления всего одной строчки в раздел </a:t>
            </a:r>
            <a:r>
              <a:rPr lang="ru-RU" dirty="0" err="1" smtClean="0">
                <a:solidFill>
                  <a:schemeClr val="bg1"/>
                </a:solidFill>
              </a:rPr>
              <a:t>head</a:t>
            </a:r>
            <a:r>
              <a:rPr lang="ru-RU" dirty="0" smtClean="0">
                <a:solidFill>
                  <a:schemeClr val="bg1"/>
                </a:solidFill>
              </a:rPr>
              <a:t> </a:t>
            </a:r>
            <a:r>
              <a:rPr lang="ru-RU" dirty="0" err="1" smtClean="0">
                <a:solidFill>
                  <a:schemeClr val="bg1"/>
                </a:solidFill>
              </a:rPr>
              <a:t>веб-страницы</a:t>
            </a:r>
            <a:r>
              <a:rPr lang="ru-RU" dirty="0" smtClean="0">
                <a:solidFill>
                  <a:schemeClr val="bg1"/>
                </a:solidFill>
              </a:rPr>
              <a:t>:</a:t>
            </a:r>
          </a:p>
          <a:p>
            <a:endParaRPr lang="ru-RU" dirty="0" smtClean="0">
              <a:solidFill>
                <a:schemeClr val="bg1"/>
              </a:solidFill>
            </a:endParaRPr>
          </a:p>
          <a:p>
            <a:r>
              <a:rPr lang="ru-RU" dirty="0" smtClean="0">
                <a:solidFill>
                  <a:schemeClr val="bg1"/>
                </a:solidFill>
              </a:rPr>
              <a:t>&lt;</a:t>
            </a:r>
            <a:r>
              <a:rPr lang="ru-RU" dirty="0" err="1" smtClean="0">
                <a:solidFill>
                  <a:schemeClr val="bg1"/>
                </a:solidFill>
              </a:rPr>
              <a:t>meta</a:t>
            </a:r>
            <a:r>
              <a:rPr lang="ru-RU" dirty="0" smtClean="0">
                <a:solidFill>
                  <a:schemeClr val="bg1"/>
                </a:solidFill>
              </a:rPr>
              <a:t> </a:t>
            </a:r>
            <a:r>
              <a:rPr lang="ru-RU" dirty="0" err="1" smtClean="0">
                <a:solidFill>
                  <a:schemeClr val="bg1"/>
                </a:solidFill>
              </a:rPr>
              <a:t>name=</a:t>
            </a:r>
            <a:r>
              <a:rPr lang="ru-RU" dirty="0" smtClean="0">
                <a:solidFill>
                  <a:schemeClr val="bg1"/>
                </a:solidFill>
              </a:rPr>
              <a:t>"</a:t>
            </a:r>
            <a:r>
              <a:rPr lang="ru-RU" dirty="0" err="1" smtClean="0">
                <a:solidFill>
                  <a:schemeClr val="bg1"/>
                </a:solidFill>
              </a:rPr>
              <a:t>viewport</a:t>
            </a:r>
            <a:r>
              <a:rPr lang="ru-RU" dirty="0" smtClean="0">
                <a:solidFill>
                  <a:schemeClr val="bg1"/>
                </a:solidFill>
              </a:rPr>
              <a:t>" </a:t>
            </a:r>
            <a:r>
              <a:rPr lang="ru-RU" dirty="0" err="1" smtClean="0">
                <a:solidFill>
                  <a:schemeClr val="bg1"/>
                </a:solidFill>
              </a:rPr>
              <a:t>content=</a:t>
            </a:r>
            <a:r>
              <a:rPr lang="ru-RU" dirty="0" smtClean="0">
                <a:solidFill>
                  <a:schemeClr val="bg1"/>
                </a:solidFill>
              </a:rPr>
              <a:t>"</a:t>
            </a:r>
            <a:r>
              <a:rPr lang="ru-RU" dirty="0" err="1" smtClean="0">
                <a:solidFill>
                  <a:schemeClr val="bg1"/>
                </a:solidFill>
              </a:rPr>
              <a:t>width=device-width</a:t>
            </a:r>
            <a:r>
              <a:rPr lang="ru-RU" dirty="0" smtClean="0">
                <a:solidFill>
                  <a:schemeClr val="bg1"/>
                </a:solidFill>
              </a:rPr>
              <a:t>, initial-scale=1"&gt;</a:t>
            </a:r>
          </a:p>
          <a:p>
            <a:r>
              <a:rPr lang="ru-RU" dirty="0" smtClean="0">
                <a:solidFill>
                  <a:schemeClr val="bg1"/>
                </a:solidFill>
              </a:rPr>
              <a:t>Атрибут </a:t>
            </a:r>
            <a:r>
              <a:rPr lang="ru-RU" dirty="0" err="1" smtClean="0">
                <a:solidFill>
                  <a:schemeClr val="bg1"/>
                </a:solidFill>
              </a:rPr>
              <a:t>name</a:t>
            </a:r>
            <a:r>
              <a:rPr lang="ru-RU" dirty="0" smtClean="0">
                <a:solidFill>
                  <a:schemeClr val="bg1"/>
                </a:solidFill>
              </a:rPr>
              <a:t> предназначен для того чтобы указать браузеру, какую именно информацию о странице хотим ему сообщить. В данном случае эта информация касается </a:t>
            </a:r>
            <a:r>
              <a:rPr lang="ru-RU" dirty="0" err="1" smtClean="0">
                <a:solidFill>
                  <a:schemeClr val="bg1"/>
                </a:solidFill>
              </a:rPr>
              <a:t>viewport</a:t>
            </a:r>
            <a:r>
              <a:rPr lang="ru-RU" dirty="0" smtClean="0">
                <a:solidFill>
                  <a:schemeClr val="bg1"/>
                </a:solidFill>
              </a:rPr>
              <a:t>.</a:t>
            </a:r>
          </a:p>
          <a:p>
            <a:endParaRPr lang="ru-RU" dirty="0" smtClean="0">
              <a:solidFill>
                <a:schemeClr val="bg1"/>
              </a:solidFill>
            </a:endParaRPr>
          </a:p>
          <a:p>
            <a:r>
              <a:rPr lang="ru-RU" dirty="0" err="1" smtClean="0">
                <a:solidFill>
                  <a:schemeClr val="bg1"/>
                </a:solidFill>
              </a:rPr>
              <a:t>Контент</a:t>
            </a:r>
            <a:r>
              <a:rPr lang="ru-RU" dirty="0" smtClean="0">
                <a:solidFill>
                  <a:schemeClr val="bg1"/>
                </a:solidFill>
              </a:rPr>
              <a:t> (содержимое) этих сведений указывается в качестве значения атрибута </a:t>
            </a:r>
            <a:r>
              <a:rPr lang="ru-RU" dirty="0" err="1" smtClean="0">
                <a:solidFill>
                  <a:schemeClr val="bg1"/>
                </a:solidFill>
              </a:rPr>
              <a:t>content</a:t>
            </a:r>
            <a:r>
              <a:rPr lang="ru-RU" dirty="0" smtClean="0">
                <a:solidFill>
                  <a:schemeClr val="bg1"/>
                </a:solidFill>
              </a:rPr>
              <a:t> посредством пар ключ-значение, разделённых между собой запятыми.</a:t>
            </a:r>
            <a:endParaRPr lang="ru-RU" dirty="0">
              <a:ln w="50800"/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332656"/>
            <a:ext cx="8640960" cy="6001643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2400" dirty="0" smtClean="0">
                <a:solidFill>
                  <a:schemeClr val="bg1"/>
                </a:solidFill>
              </a:rPr>
              <a:t>Первый параметр (</a:t>
            </a:r>
            <a:r>
              <a:rPr lang="ru-RU" sz="2400" dirty="0" err="1" smtClean="0">
                <a:solidFill>
                  <a:schemeClr val="bg1"/>
                </a:solidFill>
              </a:rPr>
              <a:t>width=device-width</a:t>
            </a:r>
            <a:r>
              <a:rPr lang="ru-RU" sz="2400" dirty="0" smtClean="0">
                <a:solidFill>
                  <a:schemeClr val="bg1"/>
                </a:solidFill>
              </a:rPr>
              <a:t>) отвечает за то, чтобы ширина видимой области </a:t>
            </a:r>
            <a:r>
              <a:rPr lang="ru-RU" sz="2400" dirty="0" err="1" smtClean="0">
                <a:solidFill>
                  <a:schemeClr val="bg1"/>
                </a:solidFill>
              </a:rPr>
              <a:t>веб-страницы</a:t>
            </a:r>
            <a:r>
              <a:rPr lang="ru-RU" sz="2400" dirty="0" smtClean="0">
                <a:solidFill>
                  <a:schemeClr val="bg1"/>
                </a:solidFill>
              </a:rPr>
              <a:t> равнялась CSS ширине устройству (</a:t>
            </a:r>
            <a:r>
              <a:rPr lang="ru-RU" sz="2400" dirty="0" err="1" smtClean="0">
                <a:solidFill>
                  <a:schemeClr val="bg1"/>
                </a:solidFill>
              </a:rPr>
              <a:t>device-width</a:t>
            </a:r>
            <a:r>
              <a:rPr lang="ru-RU" sz="2400" dirty="0" smtClean="0">
                <a:solidFill>
                  <a:schemeClr val="bg1"/>
                </a:solidFill>
              </a:rPr>
              <a:t>). </a:t>
            </a:r>
          </a:p>
          <a:p>
            <a:pPr algn="ctr"/>
            <a:endParaRPr lang="ru-RU" sz="2400" dirty="0" smtClean="0">
              <a:solidFill>
                <a:schemeClr val="bg1"/>
              </a:solidFill>
            </a:endParaRPr>
          </a:p>
          <a:p>
            <a:pPr algn="ctr"/>
            <a:r>
              <a:rPr lang="ru-RU" dirty="0" smtClean="0">
                <a:solidFill>
                  <a:schemeClr val="bg1"/>
                </a:solidFill>
              </a:rPr>
              <a:t>Можно вручную задать значение для </a:t>
            </a:r>
            <a:r>
              <a:rPr lang="ru-RU" dirty="0" err="1" smtClean="0">
                <a:solidFill>
                  <a:schemeClr val="bg1"/>
                </a:solidFill>
              </a:rPr>
              <a:t>width</a:t>
            </a:r>
            <a:r>
              <a:rPr lang="ru-RU" dirty="0" smtClean="0">
                <a:solidFill>
                  <a:schemeClr val="bg1"/>
                </a:solidFill>
              </a:rPr>
              <a:t>. Например </a:t>
            </a:r>
            <a:r>
              <a:rPr lang="ru-RU" dirty="0" err="1" smtClean="0">
                <a:solidFill>
                  <a:schemeClr val="bg1"/>
                </a:solidFill>
              </a:rPr>
              <a:t>content=</a:t>
            </a:r>
            <a:r>
              <a:rPr lang="ru-RU" dirty="0" smtClean="0">
                <a:solidFill>
                  <a:schemeClr val="bg1"/>
                </a:solidFill>
              </a:rPr>
              <a:t>"width=320px", но этого не рекомендуется делать, </a:t>
            </a:r>
            <a:r>
              <a:rPr lang="ru-RU" dirty="0" err="1" smtClean="0">
                <a:solidFill>
                  <a:schemeClr val="bg1"/>
                </a:solidFill>
              </a:rPr>
              <a:t>потому-что</a:t>
            </a:r>
            <a:r>
              <a:rPr lang="ru-RU" dirty="0" smtClean="0">
                <a:solidFill>
                  <a:schemeClr val="bg1"/>
                </a:solidFill>
              </a:rPr>
              <a:t> различные смартфоны могут иметь абсолютно различную ширину экрана.</a:t>
            </a:r>
          </a:p>
          <a:p>
            <a:pPr algn="ctr"/>
            <a:endParaRPr lang="ru-RU" sz="2400" dirty="0" smtClean="0">
              <a:solidFill>
                <a:schemeClr val="bg1"/>
              </a:solidFill>
            </a:endParaRPr>
          </a:p>
          <a:p>
            <a:pPr algn="ctr"/>
            <a:r>
              <a:rPr lang="ru-RU" sz="2400" dirty="0" smtClean="0">
                <a:solidFill>
                  <a:schemeClr val="bg1"/>
                </a:solidFill>
              </a:rPr>
              <a:t>Данная ширина (CSS) - это не физическое разрешение экрана. </a:t>
            </a:r>
          </a:p>
          <a:p>
            <a:pPr algn="ctr"/>
            <a:endParaRPr lang="ru-RU" sz="2400" dirty="0" smtClean="0">
              <a:solidFill>
                <a:schemeClr val="bg1"/>
              </a:solidFill>
            </a:endParaRPr>
          </a:p>
          <a:p>
            <a:pPr algn="ctr"/>
            <a:r>
              <a:rPr lang="ru-RU" sz="2400" dirty="0" smtClean="0">
                <a:solidFill>
                  <a:schemeClr val="bg1"/>
                </a:solidFill>
              </a:rPr>
              <a:t>Это некоторая величина независящая от разрешения экрана. Она предназначена для того, чтобы мобильный адаптивный дизайн сайта отображался на всех устройствах одинаково независимо от их плотности пикселей экрана.</a:t>
            </a:r>
            <a:endParaRPr lang="ru-RU" dirty="0">
              <a:ln w="50800"/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332656"/>
            <a:ext cx="8640960" cy="501675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fontAlgn="t"/>
            <a:r>
              <a:rPr lang="ru-RU" sz="2000" dirty="0" err="1" smtClean="0">
                <a:solidFill>
                  <a:schemeClr val="bg1"/>
                </a:solidFill>
              </a:rPr>
              <a:t>initial-scale</a:t>
            </a:r>
            <a:endParaRPr lang="ru-RU" sz="2000" dirty="0" smtClean="0">
              <a:solidFill>
                <a:schemeClr val="bg1"/>
              </a:solidFill>
            </a:endParaRPr>
          </a:p>
          <a:p>
            <a:pPr fontAlgn="base"/>
            <a:r>
              <a:rPr lang="ru-RU" sz="2000" dirty="0" smtClean="0">
                <a:solidFill>
                  <a:schemeClr val="bg1"/>
                </a:solidFill>
              </a:rPr>
              <a:t>Доступные значения (от 0.1 до 10).</a:t>
            </a:r>
          </a:p>
          <a:p>
            <a:pPr fontAlgn="base"/>
            <a:r>
              <a:rPr lang="ru-RU" sz="2000" dirty="0" smtClean="0">
                <a:solidFill>
                  <a:schemeClr val="bg1"/>
                </a:solidFill>
              </a:rPr>
              <a:t>1.0 — не масштабировать. Задает масштаб страницы. Увеличиваем значение – увеличиваем масштаб.</a:t>
            </a:r>
          </a:p>
          <a:p>
            <a:pPr fontAlgn="base"/>
            <a:endParaRPr lang="ru-RU" sz="2000" dirty="0" smtClean="0">
              <a:solidFill>
                <a:schemeClr val="bg1"/>
              </a:solidFill>
            </a:endParaRPr>
          </a:p>
          <a:p>
            <a:pPr fontAlgn="t"/>
            <a:r>
              <a:rPr lang="ru-RU" sz="2000" dirty="0" err="1" smtClean="0">
                <a:solidFill>
                  <a:schemeClr val="bg1"/>
                </a:solidFill>
              </a:rPr>
              <a:t>user-scalable</a:t>
            </a:r>
            <a:endParaRPr lang="ru-RU" sz="2000" dirty="0" smtClean="0">
              <a:solidFill>
                <a:schemeClr val="bg1"/>
              </a:solidFill>
            </a:endParaRPr>
          </a:p>
          <a:p>
            <a:pPr fontAlgn="base"/>
            <a:r>
              <a:rPr lang="ru-RU" sz="2000" dirty="0" smtClean="0">
                <a:solidFill>
                  <a:schemeClr val="bg1"/>
                </a:solidFill>
              </a:rPr>
              <a:t>Доступные значения </a:t>
            </a:r>
            <a:r>
              <a:rPr lang="ru-RU" sz="2000" dirty="0" err="1" smtClean="0">
                <a:solidFill>
                  <a:schemeClr val="bg1"/>
                </a:solidFill>
              </a:rPr>
              <a:t>no</a:t>
            </a:r>
            <a:r>
              <a:rPr lang="ru-RU" sz="2000" dirty="0" smtClean="0">
                <a:solidFill>
                  <a:schemeClr val="bg1"/>
                </a:solidFill>
              </a:rPr>
              <a:t> или </a:t>
            </a:r>
            <a:r>
              <a:rPr lang="ru-RU" sz="2000" dirty="0" err="1" smtClean="0">
                <a:solidFill>
                  <a:schemeClr val="bg1"/>
                </a:solidFill>
              </a:rPr>
              <a:t>yes</a:t>
            </a:r>
            <a:endParaRPr lang="ru-RU" sz="2000" dirty="0" smtClean="0">
              <a:solidFill>
                <a:schemeClr val="bg1"/>
              </a:solidFill>
            </a:endParaRPr>
          </a:p>
          <a:p>
            <a:pPr fontAlgn="base"/>
            <a:r>
              <a:rPr lang="ru-RU" sz="2000" dirty="0" smtClean="0">
                <a:solidFill>
                  <a:schemeClr val="bg1"/>
                </a:solidFill>
              </a:rPr>
              <a:t>Задает </a:t>
            </a:r>
            <a:r>
              <a:rPr lang="ru-RU" sz="2000" dirty="0" err="1" smtClean="0">
                <a:solidFill>
                  <a:schemeClr val="bg1"/>
                </a:solidFill>
              </a:rPr>
              <a:t>возможнось</a:t>
            </a:r>
            <a:r>
              <a:rPr lang="ru-RU" sz="2000" dirty="0" smtClean="0">
                <a:solidFill>
                  <a:schemeClr val="bg1"/>
                </a:solidFill>
              </a:rPr>
              <a:t> изменения масштаба страницы. По-умолчанию установлено как </a:t>
            </a:r>
            <a:r>
              <a:rPr lang="ru-RU" sz="2000" dirty="0" err="1" smtClean="0">
                <a:solidFill>
                  <a:schemeClr val="bg1"/>
                </a:solidFill>
              </a:rPr>
              <a:t>yes</a:t>
            </a:r>
            <a:r>
              <a:rPr lang="ru-RU" sz="2000" dirty="0" smtClean="0">
                <a:solidFill>
                  <a:schemeClr val="bg1"/>
                </a:solidFill>
              </a:rPr>
              <a:t> в </a:t>
            </a:r>
            <a:r>
              <a:rPr lang="ru-RU" sz="2000" dirty="0" err="1" smtClean="0">
                <a:solidFill>
                  <a:schemeClr val="bg1"/>
                </a:solidFill>
              </a:rPr>
              <a:t>Safari</a:t>
            </a:r>
            <a:r>
              <a:rPr lang="ru-RU" sz="2000" dirty="0" smtClean="0">
                <a:solidFill>
                  <a:schemeClr val="bg1"/>
                </a:solidFill>
              </a:rPr>
              <a:t>.</a:t>
            </a:r>
          </a:p>
          <a:p>
            <a:pPr fontAlgn="base"/>
            <a:endParaRPr lang="ru-RU" sz="2000" dirty="0" smtClean="0">
              <a:solidFill>
                <a:schemeClr val="bg1"/>
              </a:solidFill>
            </a:endParaRPr>
          </a:p>
          <a:p>
            <a:pPr fontAlgn="t"/>
            <a:r>
              <a:rPr lang="ru-RU" sz="2000" dirty="0" err="1" smtClean="0">
                <a:solidFill>
                  <a:schemeClr val="bg1"/>
                </a:solidFill>
              </a:rPr>
              <a:t>minimum-scale</a:t>
            </a:r>
            <a:r>
              <a:rPr lang="ru-RU" sz="2000" dirty="0" smtClean="0">
                <a:solidFill>
                  <a:schemeClr val="bg1"/>
                </a:solidFill>
              </a:rPr>
              <a:t> и </a:t>
            </a:r>
            <a:r>
              <a:rPr lang="ru-RU" sz="2000" dirty="0" err="1" smtClean="0">
                <a:solidFill>
                  <a:schemeClr val="bg1"/>
                </a:solidFill>
              </a:rPr>
              <a:t>maximum-scale</a:t>
            </a:r>
            <a:endParaRPr lang="ru-RU" sz="2000" dirty="0" smtClean="0">
              <a:solidFill>
                <a:schemeClr val="bg1"/>
              </a:solidFill>
            </a:endParaRPr>
          </a:p>
          <a:p>
            <a:pPr fontAlgn="base"/>
            <a:r>
              <a:rPr lang="ru-RU" sz="2000" dirty="0" smtClean="0">
                <a:solidFill>
                  <a:schemeClr val="bg1"/>
                </a:solidFill>
              </a:rPr>
              <a:t>Доступные значения (от 0.1 до 10).</a:t>
            </a:r>
          </a:p>
          <a:p>
            <a:pPr fontAlgn="base"/>
            <a:r>
              <a:rPr lang="ru-RU" sz="2000" dirty="0" smtClean="0">
                <a:solidFill>
                  <a:schemeClr val="bg1"/>
                </a:solidFill>
              </a:rPr>
              <a:t>1.0 — не масштабировать. Определяет минимальный и максимальный масштаб </a:t>
            </a:r>
            <a:r>
              <a:rPr lang="ru-RU" sz="2000" dirty="0" err="1" smtClean="0">
                <a:solidFill>
                  <a:schemeClr val="bg1"/>
                </a:solidFill>
              </a:rPr>
              <a:t>viewport</a:t>
            </a:r>
            <a:r>
              <a:rPr lang="ru-RU" sz="2000" dirty="0" smtClean="0">
                <a:solidFill>
                  <a:schemeClr val="bg1"/>
                </a:solidFill>
              </a:rPr>
              <a:t> соответственно.</a:t>
            </a:r>
          </a:p>
          <a:p>
            <a:pPr fontAlgn="base"/>
            <a:r>
              <a:rPr lang="ru-RU" sz="2000" dirty="0" smtClean="0">
                <a:solidFill>
                  <a:schemeClr val="bg1"/>
                </a:solidFill>
              </a:rPr>
              <a:t>По-умолчанию в мобильном </a:t>
            </a:r>
            <a:r>
              <a:rPr lang="ru-RU" sz="2000" dirty="0" err="1" smtClean="0">
                <a:solidFill>
                  <a:schemeClr val="bg1"/>
                </a:solidFill>
              </a:rPr>
              <a:t>Safari</a:t>
            </a:r>
            <a:r>
              <a:rPr lang="ru-RU" sz="2000" dirty="0" smtClean="0">
                <a:solidFill>
                  <a:schemeClr val="bg1"/>
                </a:solidFill>
              </a:rPr>
              <a:t> </a:t>
            </a:r>
            <a:r>
              <a:rPr lang="ru-RU" sz="2000" dirty="0" err="1" smtClean="0">
                <a:solidFill>
                  <a:schemeClr val="bg1"/>
                </a:solidFill>
              </a:rPr>
              <a:t>minimum-scale</a:t>
            </a:r>
            <a:r>
              <a:rPr lang="ru-RU" sz="2000" dirty="0" smtClean="0">
                <a:solidFill>
                  <a:schemeClr val="bg1"/>
                </a:solidFill>
              </a:rPr>
              <a:t> = "0.25", </a:t>
            </a:r>
            <a:r>
              <a:rPr lang="ru-RU" sz="2000" dirty="0" err="1" smtClean="0">
                <a:solidFill>
                  <a:schemeClr val="bg1"/>
                </a:solidFill>
              </a:rPr>
              <a:t>maximum-scale</a:t>
            </a:r>
            <a:r>
              <a:rPr lang="ru-RU" sz="2000" dirty="0" smtClean="0">
                <a:solidFill>
                  <a:schemeClr val="bg1"/>
                </a:solidFill>
              </a:rPr>
              <a:t> = "1.6".</a:t>
            </a:r>
            <a:endParaRPr lang="ru-RU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332656"/>
            <a:ext cx="8640960" cy="4093428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&lt;!DOCTYPE html&gt;</a:t>
            </a: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&lt;html </a:t>
            </a:r>
            <a:r>
              <a:rPr lang="en-US" sz="2000" dirty="0" err="1" smtClean="0">
                <a:solidFill>
                  <a:schemeClr val="bg1"/>
                </a:solidFill>
              </a:rPr>
              <a:t>lang</a:t>
            </a:r>
            <a:r>
              <a:rPr lang="en-US" sz="2000" dirty="0" smtClean="0">
                <a:solidFill>
                  <a:schemeClr val="bg1"/>
                </a:solidFill>
              </a:rPr>
              <a:t>="</a:t>
            </a:r>
            <a:r>
              <a:rPr lang="en-US" sz="2000" dirty="0" err="1" smtClean="0">
                <a:solidFill>
                  <a:schemeClr val="bg1"/>
                </a:solidFill>
              </a:rPr>
              <a:t>ru</a:t>
            </a:r>
            <a:r>
              <a:rPr lang="en-US" sz="2000" dirty="0" smtClean="0">
                <a:solidFill>
                  <a:schemeClr val="bg1"/>
                </a:solidFill>
              </a:rPr>
              <a:t>"&gt;</a:t>
            </a: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 &lt;head&gt;</a:t>
            </a: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  &lt;meta </a:t>
            </a:r>
            <a:r>
              <a:rPr lang="en-US" sz="2000" dirty="0" err="1" smtClean="0">
                <a:solidFill>
                  <a:schemeClr val="bg1"/>
                </a:solidFill>
              </a:rPr>
              <a:t>charset</a:t>
            </a:r>
            <a:r>
              <a:rPr lang="en-US" sz="2000" dirty="0" smtClean="0">
                <a:solidFill>
                  <a:schemeClr val="bg1"/>
                </a:solidFill>
              </a:rPr>
              <a:t>="utf-8"&gt;</a:t>
            </a: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  &lt;title&gt;</a:t>
            </a:r>
            <a:r>
              <a:rPr lang="ru-RU" sz="2000" dirty="0" smtClean="0">
                <a:solidFill>
                  <a:schemeClr val="bg1"/>
                </a:solidFill>
              </a:rPr>
              <a:t>Адаптивная верстка&lt;/</a:t>
            </a:r>
            <a:r>
              <a:rPr lang="en-US" sz="2000" dirty="0" smtClean="0">
                <a:solidFill>
                  <a:schemeClr val="bg1"/>
                </a:solidFill>
              </a:rPr>
              <a:t>title&gt;</a:t>
            </a: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  &lt;meta name="viewport" content="width=device-width, initial-scale=1.0" /&gt;</a:t>
            </a: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  &lt;link </a:t>
            </a:r>
            <a:r>
              <a:rPr lang="en-US" sz="2000" dirty="0" err="1" smtClean="0">
                <a:solidFill>
                  <a:schemeClr val="bg1"/>
                </a:solidFill>
              </a:rPr>
              <a:t>href</a:t>
            </a:r>
            <a:r>
              <a:rPr lang="en-US" sz="2000" dirty="0" smtClean="0">
                <a:solidFill>
                  <a:schemeClr val="bg1"/>
                </a:solidFill>
              </a:rPr>
              <a:t>="style.css" </a:t>
            </a:r>
            <a:r>
              <a:rPr lang="en-US" sz="2000" dirty="0" err="1" smtClean="0">
                <a:solidFill>
                  <a:schemeClr val="bg1"/>
                </a:solidFill>
              </a:rPr>
              <a:t>rel</a:t>
            </a:r>
            <a:r>
              <a:rPr lang="en-US" sz="2000" dirty="0" smtClean="0">
                <a:solidFill>
                  <a:schemeClr val="bg1"/>
                </a:solidFill>
              </a:rPr>
              <a:t>="</a:t>
            </a:r>
            <a:r>
              <a:rPr lang="en-US" sz="2000" dirty="0" err="1" smtClean="0">
                <a:solidFill>
                  <a:schemeClr val="bg1"/>
                </a:solidFill>
              </a:rPr>
              <a:t>stylesheet</a:t>
            </a:r>
            <a:r>
              <a:rPr lang="en-US" sz="2000" dirty="0" smtClean="0">
                <a:solidFill>
                  <a:schemeClr val="bg1"/>
                </a:solidFill>
              </a:rPr>
              <a:t>" media="all"&gt;</a:t>
            </a: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 &lt;/head&gt;</a:t>
            </a: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&lt;body&gt;</a:t>
            </a: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&lt;div class="box"&gt;&lt;p&gt;</a:t>
            </a:r>
            <a:r>
              <a:rPr lang="ru-RU" sz="2000" dirty="0" smtClean="0">
                <a:solidFill>
                  <a:schemeClr val="bg1"/>
                </a:solidFill>
              </a:rPr>
              <a:t>Адаптивный текст это просто&lt;/</a:t>
            </a:r>
            <a:r>
              <a:rPr lang="en-US" sz="2000" dirty="0" smtClean="0">
                <a:solidFill>
                  <a:schemeClr val="bg1"/>
                </a:solidFill>
              </a:rPr>
              <a:t>p&gt;&lt;/div&gt;</a:t>
            </a: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&lt;/body&gt;</a:t>
            </a: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&lt;/html&gt;</a:t>
            </a:r>
            <a:endParaRPr lang="ru-RU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332656"/>
            <a:ext cx="8640960" cy="440120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fontAlgn="t"/>
            <a:r>
              <a:rPr lang="en-US" sz="2000" b="1" dirty="0" smtClean="0">
                <a:solidFill>
                  <a:schemeClr val="bg1"/>
                </a:solidFill>
              </a:rPr>
              <a:t>CSS</a:t>
            </a:r>
          </a:p>
          <a:p>
            <a:pPr fontAlgn="t"/>
            <a:endParaRPr lang="en-US" sz="2000" b="1" dirty="0" smtClean="0">
              <a:solidFill>
                <a:schemeClr val="bg1"/>
              </a:solidFill>
            </a:endParaRP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.box {</a:t>
            </a: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    margin: 0 auto;</a:t>
            </a: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    width: 70%;</a:t>
            </a: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    height: -</a:t>
            </a:r>
            <a:r>
              <a:rPr lang="en-US" sz="2000" dirty="0" err="1" smtClean="0">
                <a:solidFill>
                  <a:schemeClr val="bg1"/>
                </a:solidFill>
              </a:rPr>
              <a:t>webkit</a:t>
            </a:r>
            <a:r>
              <a:rPr lang="en-US" sz="2000" dirty="0" smtClean="0">
                <a:solidFill>
                  <a:schemeClr val="bg1"/>
                </a:solidFill>
              </a:rPr>
              <a:t>-fill-available;</a:t>
            </a: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    text-align: center;</a:t>
            </a: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    padding-top: 20%;</a:t>
            </a: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}</a:t>
            </a:r>
          </a:p>
          <a:p>
            <a:pPr fontAlgn="t"/>
            <a:endParaRPr lang="en-US" sz="2000" dirty="0" smtClean="0">
              <a:solidFill>
                <a:schemeClr val="bg1"/>
              </a:solidFill>
            </a:endParaRP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.box p {</a:t>
            </a: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    font-size: 28px;</a:t>
            </a: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    color: green;</a:t>
            </a: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}</a:t>
            </a:r>
            <a:endParaRPr lang="ru-RU" sz="20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332656"/>
            <a:ext cx="8640960" cy="4401205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fontAlgn="t"/>
            <a:r>
              <a:rPr lang="en-US" sz="2000" b="1" dirty="0" smtClean="0">
                <a:solidFill>
                  <a:schemeClr val="bg1"/>
                </a:solidFill>
              </a:rPr>
              <a:t>CSS</a:t>
            </a:r>
          </a:p>
          <a:p>
            <a:pPr fontAlgn="t"/>
            <a:endParaRPr lang="en-US" sz="2000" dirty="0" smtClean="0">
              <a:solidFill>
                <a:schemeClr val="bg1"/>
              </a:solidFill>
            </a:endParaRP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@media (max-width:500px){</a:t>
            </a: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.box p {</a:t>
            </a: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    font-size: 25px;</a:t>
            </a: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    color: #e42600;</a:t>
            </a: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}</a:t>
            </a: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    .box {</a:t>
            </a: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    margin: 0 auto;</a:t>
            </a: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    width: 93%;</a:t>
            </a: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    text-align: center;</a:t>
            </a: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    padding: 10px 5px;</a:t>
            </a: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}</a:t>
            </a:r>
          </a:p>
          <a:p>
            <a:pPr fontAlgn="t"/>
            <a:r>
              <a:rPr lang="en-US" sz="2000" dirty="0" smtClean="0">
                <a:solidFill>
                  <a:schemeClr val="bg1"/>
                </a:solidFill>
              </a:rPr>
              <a:t>}</a:t>
            </a:r>
            <a:endParaRPr lang="ru-RU" sz="2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2348880"/>
            <a:ext cx="8640960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4800" b="1" u="sng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Домашнее задание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51520" y="1988840"/>
            <a:ext cx="8640960" cy="1323439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balanced" dir="t">
                <a:rot lat="0" lon="0" rev="2100000"/>
              </a:lightRig>
            </a:scene3d>
            <a:sp3d extrusionH="57150" prstMaterial="metal">
              <a:bevelT w="38100" h="25400"/>
              <a:contourClr>
                <a:schemeClr val="bg2"/>
              </a:contourClr>
            </a:sp3d>
          </a:bodyPr>
          <a:lstStyle/>
          <a:p>
            <a:pPr algn="ctr"/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Адаптивная мобильная верстка под размеры экрана</a:t>
            </a:r>
          </a:p>
          <a:p>
            <a:pPr marL="457200" indent="-457200" algn="ctr">
              <a:buAutoNum type="arabicParenR"/>
            </a:pPr>
            <a:r>
              <a:rPr lang="ru-RU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425</a:t>
            </a:r>
            <a:r>
              <a:rPr lang="en-US" sz="2000" dirty="0" err="1" smtClean="0">
                <a:ln w="50800"/>
                <a:solidFill>
                  <a:schemeClr val="bg1">
                    <a:shade val="50000"/>
                  </a:schemeClr>
                </a:solidFill>
              </a:rPr>
              <a:t>px</a:t>
            </a: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;</a:t>
            </a:r>
          </a:p>
          <a:p>
            <a:pPr marL="457200" indent="-457200" algn="ctr">
              <a:buAutoNum type="arabicParenR"/>
            </a:pP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768px;</a:t>
            </a:r>
          </a:p>
          <a:p>
            <a:pPr marL="457200" indent="-457200" algn="ctr">
              <a:buAutoNum type="arabicParenR"/>
            </a:pPr>
            <a:r>
              <a:rPr lang="en-US" sz="2000" dirty="0" smtClean="0">
                <a:ln w="50800"/>
                <a:solidFill>
                  <a:schemeClr val="bg1">
                    <a:shade val="50000"/>
                  </a:schemeClr>
                </a:solidFill>
              </a:rPr>
              <a:t>1024px;</a:t>
            </a:r>
            <a:endParaRPr lang="ru-RU" sz="2000" dirty="0" smtClean="0">
              <a:ln w="50800"/>
              <a:solidFill>
                <a:schemeClr val="bg1">
                  <a:shade val="50000"/>
                </a:schemeClr>
              </a:solidFill>
            </a:endParaRP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lassicPhotoAlbum">
  <a:themeElements>
    <a:clrScheme name="Technic">
      <a:dk1>
        <a:sysClr val="windowText" lastClr="000000"/>
      </a:dk1>
      <a:lt1>
        <a:sysClr val="window" lastClr="FFFFFF"/>
      </a:lt1>
      <a:dk2>
        <a:srgbClr val="3B3B3B"/>
      </a:dk2>
      <a:lt2>
        <a:srgbClr val="D4D2D0"/>
      </a:lt2>
      <a:accent1>
        <a:srgbClr val="6EA0B0"/>
      </a:accent1>
      <a:accent2>
        <a:srgbClr val="CCAF0A"/>
      </a:accent2>
      <a:accent3>
        <a:srgbClr val="8D89A4"/>
      </a:accent3>
      <a:accent4>
        <a:srgbClr val="748560"/>
      </a:accent4>
      <a:accent5>
        <a:srgbClr val="9E9273"/>
      </a:accent5>
      <a:accent6>
        <a:srgbClr val="7E848D"/>
      </a:accent6>
      <a:hlink>
        <a:srgbClr val="00C8C3"/>
      </a:hlink>
      <a:folHlink>
        <a:srgbClr val="A116E0"/>
      </a:folHlink>
    </a:clrScheme>
    <a:fontScheme name="Oriel">
      <a:majorFont>
        <a:latin typeface="Century Schoolbook"/>
        <a:ea typeface=""/>
        <a:cs typeface=""/>
        <a:font script="Jpan" typeface="ＭＳ Ｐ明朝"/>
        <a:font script="Hang" typeface="휴먼매직체"/>
        <a:font script="Hans" typeface="华文楷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entury Schoolbook"/>
        <a:ea typeface=""/>
        <a:cs typeface=""/>
        <a:font script="Jpan" typeface="ＭＳ Ｐ明朝"/>
        <a:font script="Hang" typeface="휴먼매직체"/>
        <a:font script="Hans" typeface="宋体"/>
        <a:font script="Hant" typeface="新細明體"/>
        <a:font script="Arab" typeface="Times New Roman"/>
        <a:font script="Hebr" typeface="Times New Roman"/>
        <a:font script="Thai" typeface="Kodchiang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rek">
      <a:fillStyleLst>
        <a:solidFill>
          <a:schemeClr val="phClr"/>
        </a:solidFill>
        <a:gradFill rotWithShape="1">
          <a:gsLst>
            <a:gs pos="0">
              <a:schemeClr val="phClr">
                <a:tint val="30000"/>
                <a:satMod val="250000"/>
              </a:schemeClr>
            </a:gs>
            <a:gs pos="72000">
              <a:schemeClr val="phClr">
                <a:tint val="75000"/>
                <a:satMod val="210000"/>
              </a:schemeClr>
            </a:gs>
            <a:gs pos="100000">
              <a:schemeClr val="phClr">
                <a:tint val="85000"/>
                <a:satMod val="21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5000"/>
                <a:shade val="85000"/>
                <a:satMod val="230000"/>
              </a:schemeClr>
            </a:gs>
            <a:gs pos="25000">
              <a:schemeClr val="phClr">
                <a:tint val="90000"/>
                <a:shade val="70000"/>
                <a:satMod val="220000"/>
              </a:schemeClr>
            </a:gs>
            <a:gs pos="50000">
              <a:schemeClr val="phClr">
                <a:tint val="90000"/>
                <a:shade val="58000"/>
                <a:satMod val="225000"/>
              </a:schemeClr>
            </a:gs>
            <a:gs pos="65000">
              <a:schemeClr val="phClr">
                <a:tint val="90000"/>
                <a:shade val="58000"/>
                <a:satMod val="225000"/>
              </a:schemeClr>
            </a:gs>
            <a:gs pos="80000">
              <a:schemeClr val="phClr">
                <a:tint val="90000"/>
                <a:shade val="69000"/>
                <a:satMod val="220000"/>
              </a:schemeClr>
            </a:gs>
            <a:gs pos="100000">
              <a:schemeClr val="phClr">
                <a:tint val="77000"/>
                <a:shade val="80000"/>
                <a:satMod val="230000"/>
              </a:schemeClr>
            </a:gs>
          </a:gsLst>
          <a:lin ang="5400000" scaled="1"/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0"/>
            </a:lightRig>
          </a:scene3d>
          <a:sp3d prstMaterial="metal">
            <a:bevelT w="10000" h="10000"/>
          </a:sp3d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bliqueTopLeft" fov="600000">
              <a:rot lat="0" lon="0" rev="0"/>
            </a:camera>
            <a:lightRig rig="balanced" dir="t">
              <a:rot lat="0" lon="0" rev="19200000"/>
            </a:lightRig>
          </a:scene3d>
          <a:sp3d contourW="12700" prstMaterial="matte">
            <a:bevelT w="60000" h="50800"/>
            <a:contourClr>
              <a:schemeClr val="phClr">
                <a:shade val="60000"/>
                <a:satMod val="11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70000"/>
                <a:satMod val="350000"/>
              </a:schemeClr>
            </a:gs>
          </a:gsLst>
          <a:path path="circle">
            <a:fillToRect l="51000" t="-20000" r="20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25000"/>
                <a:satMod val="350000"/>
              </a:schemeClr>
              <a:schemeClr val="phClr">
                <a:tint val="83000"/>
                <a:satMod val="115000"/>
              </a:schemeClr>
            </a:duotone>
          </a:blip>
          <a:tile tx="0" ty="0" sx="120000" sy="120000" flip="xy" algn="t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98000"/>
                <a:satMod val="300000"/>
              </a:schemeClr>
            </a:gs>
            <a:gs pos="25000">
              <a:schemeClr val="phClr">
                <a:tint val="37000"/>
                <a:shade val="98000"/>
                <a:satMod val="300000"/>
              </a:schemeClr>
            </a:gs>
            <a:gs pos="100000">
              <a:schemeClr val="phClr">
                <a:tint val="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75000"/>
                <a:satMod val="160000"/>
              </a:schemeClr>
            </a:gs>
            <a:gs pos="62000">
              <a:schemeClr val="phClr">
                <a:satMod val="125000"/>
              </a:schemeClr>
            </a:gs>
            <a:gs pos="100000">
              <a:schemeClr val="phClr">
                <a:tint val="80000"/>
                <a:satMod val="140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>
              <a:srgbClr val="000000">
                <a:alpha val="45882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6500000"/>
            </a:lightRig>
          </a:scene3d>
          <a:sp3d contourW="12700" prstMaterial="powder">
            <a:bevelT h="50800"/>
            <a:contourClr>
              <a:schemeClr val="phClr"/>
            </a:contourClr>
          </a:sp3d>
        </a:effectStyle>
        <a:effectStyle>
          <a:effectLst>
            <a:reflection blurRad="12700" stA="25000" endPos="28000" dist="38100" dir="5400000" sy="-100000"/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>
            <a:bevelT w="139700" h="381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75000"/>
                <a:satMod val="250000"/>
              </a:schemeClr>
            </a:gs>
            <a:gs pos="20000">
              <a:schemeClr val="phClr">
                <a:shade val="85000"/>
                <a:satMod val="175000"/>
              </a:schemeClr>
            </a:gs>
            <a:gs pos="100000">
              <a:schemeClr val="phClr">
                <a:tint val="70000"/>
                <a:satMod val="17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30000">
              <a:schemeClr val="phClr">
                <a:shade val="65000"/>
                <a:satMod val="155000"/>
              </a:schemeClr>
            </a:gs>
            <a:gs pos="100000">
              <a:schemeClr val="phClr">
                <a:tint val="60000"/>
                <a:satMod val="17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Grek" typeface=""/>
        <a:font script="Cyrl"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hade val="98000"/>
                <a:satMod val="300000"/>
              </a:schemeClr>
            </a:gs>
            <a:gs pos="25000">
              <a:schemeClr val="phClr">
                <a:tint val="37000"/>
                <a:shade val="98000"/>
                <a:satMod val="300000"/>
              </a:schemeClr>
            </a:gs>
            <a:gs pos="100000">
              <a:schemeClr val="phClr">
                <a:tint val="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75000"/>
                <a:satMod val="160000"/>
              </a:schemeClr>
            </a:gs>
            <a:gs pos="62000">
              <a:schemeClr val="phClr">
                <a:satMod val="125000"/>
              </a:schemeClr>
            </a:gs>
            <a:gs pos="100000">
              <a:schemeClr val="phClr">
                <a:tint val="80000"/>
                <a:satMod val="140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>
              <a:srgbClr val="000000">
                <a:alpha val="45882"/>
              </a:srgbClr>
            </a:outerShdw>
          </a:effectLst>
          <a:scene3d>
            <a:camera prst="orthographicFront" fov="0">
              <a:rot lat="0" lon="0" rev="0"/>
            </a:camera>
            <a:lightRig rig="contrasting" dir="t">
              <a:rot lat="0" lon="0" rev="16500000"/>
            </a:lightRig>
          </a:scene3d>
          <a:sp3d contourW="12700" prstMaterial="powder">
            <a:bevelT h="50800"/>
            <a:contourClr>
              <a:schemeClr val="phClr"/>
            </a:contourClr>
          </a:sp3d>
        </a:effectStyle>
        <a:effectStyle>
          <a:effectLst>
            <a:reflection blurRad="12700" stA="25000" endPos="28000" dist="38100" dir="5400000" sy="-100000"/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>
            <a:bevelT w="139700" h="381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75000"/>
                <a:satMod val="250000"/>
              </a:schemeClr>
            </a:gs>
            <a:gs pos="20000">
              <a:schemeClr val="phClr">
                <a:shade val="85000"/>
                <a:satMod val="175000"/>
              </a:schemeClr>
            </a:gs>
            <a:gs pos="100000">
              <a:schemeClr val="phClr">
                <a:tint val="70000"/>
                <a:satMod val="175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0000"/>
                <a:satMod val="145000"/>
              </a:schemeClr>
            </a:gs>
            <a:gs pos="30000">
              <a:schemeClr val="phClr">
                <a:shade val="65000"/>
                <a:satMod val="155000"/>
              </a:schemeClr>
            </a:gs>
            <a:gs pos="100000">
              <a:schemeClr val="phClr">
                <a:tint val="60000"/>
                <a:satMod val="170000"/>
              </a:schemeClr>
            </a:gs>
          </a:gsLst>
          <a:lin ang="16200000" scaled="1"/>
        </a:gradFill>
      </a:bgFillStyleLst>
    </a:fmtScheme>
  </a:themeElements>
  <a:objectDefaults/>
  <a:extraClrSchemeLst/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1</cp:revision>
  <dcterms:created xsi:type="dcterms:W3CDTF">2026-10-01T06:36:37Z</dcterms:created>
  <dcterms:modified xsi:type="dcterms:W3CDTF">2026-10-01T06:36:37Z</dcterms:modified>
</cp:coreProperties>
</file>