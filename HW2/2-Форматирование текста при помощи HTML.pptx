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docProps/core.xml" ContentType="application/vnd.openxmlformats-package.core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emovePersonalInfoOnSave="1">
  <p:sldMasterIdLst>
    <p:sldMasterId id="2147483648" r:id="rId1"/>
  </p:sldMasterIdLst>
  <p:notesMasterIdLst>
    <p:notesMasterId r:id="rId34"/>
  </p:notesMasterIdLst>
  <p:handoutMasterIdLst>
    <p:handoutMasterId r:id="rId35"/>
  </p:handoutMasterIdLst>
  <p:sldIdLst>
    <p:sldId id="355" r:id="rId2"/>
    <p:sldId id="364" r:id="rId3"/>
    <p:sldId id="369" r:id="rId4"/>
    <p:sldId id="368" r:id="rId5"/>
    <p:sldId id="370" r:id="rId6"/>
    <p:sldId id="371" r:id="rId7"/>
    <p:sldId id="372" r:id="rId8"/>
    <p:sldId id="373" r:id="rId9"/>
    <p:sldId id="378" r:id="rId10"/>
    <p:sldId id="374" r:id="rId11"/>
    <p:sldId id="375" r:id="rId12"/>
    <p:sldId id="376" r:id="rId13"/>
    <p:sldId id="377" r:id="rId14"/>
    <p:sldId id="380" r:id="rId15"/>
    <p:sldId id="381" r:id="rId16"/>
    <p:sldId id="382" r:id="rId17"/>
    <p:sldId id="379" r:id="rId18"/>
    <p:sldId id="357" r:id="rId19"/>
    <p:sldId id="383" r:id="rId20"/>
    <p:sldId id="384" r:id="rId21"/>
    <p:sldId id="385" r:id="rId22"/>
    <p:sldId id="389" r:id="rId23"/>
    <p:sldId id="386" r:id="rId24"/>
    <p:sldId id="387" r:id="rId25"/>
    <p:sldId id="388" r:id="rId26"/>
    <p:sldId id="390" r:id="rId27"/>
    <p:sldId id="391" r:id="rId28"/>
    <p:sldId id="394" r:id="rId29"/>
    <p:sldId id="392" r:id="rId30"/>
    <p:sldId id="393" r:id="rId31"/>
    <p:sldId id="396" r:id="rId32"/>
    <p:sldId id="395" r:id="rId33"/>
  </p:sldIdLst>
  <p:sldSz cx="9144000" cy="6858000" type="screen4x3"/>
  <p:notesSz cx="6858000" cy="9144000"/>
  <p:defaultTextStyle>
    <a:lvl1pPr marL="0" algn="l" rtl="0" latinLnBrk="0">
      <a:defRPr lang="ru-RU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rtl="0" latinLnBrk="0">
      <a:defRPr lang="ru-RU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rtl="0" latinLnBrk="0">
      <a:defRPr lang="ru-RU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rtl="0" latinLnBrk="0">
      <a:defRPr lang="ru-RU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rtl="0" latinLnBrk="0">
      <a:defRPr lang="ru-RU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rtl="0" latinLnBrk="0">
      <a:defRPr lang="ru-RU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rtl="0" latinLnBrk="0">
      <a:defRPr lang="ru-RU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rtl="0" latinLnBrk="0">
      <a:defRPr lang="ru-RU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rtl="0" latinLnBrk="0">
      <a:defRPr lang="ru-RU" sz="1800" kern="1200">
        <a:solidFill>
          <a:schemeClr val="tx1"/>
        </a:solidFill>
        <a:latin typeface="+mn-lt"/>
        <a:ea typeface="+mn-ea"/>
        <a:cs typeface="+mn-cs"/>
      </a:defRPr>
    </a:lvl9pPr>
    <a:extLst/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0000"/>
    <a:srgbClr val="00FF00"/>
    <a:srgbClr val="0000FF"/>
    <a:srgbClr val="111111"/>
    <a:srgbClr val="663300"/>
    <a:srgbClr val="CC00C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8024" autoAdjust="0"/>
  </p:normalViewPr>
  <p:slideViewPr>
    <p:cSldViewPr>
      <p:cViewPr varScale="1">
        <p:scale>
          <a:sx n="111" d="100"/>
          <a:sy n="111" d="100"/>
        </p:scale>
        <p:origin x="1614" y="10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handoutMaster" Target="handoutMasters/handout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rtlCol="0"/>
          <a:lstStyle>
            <a:lvl1pPr algn="l" latinLnBrk="0">
              <a:defRPr lang="ru-RU" sz="1200"/>
            </a:lvl1pPr>
            <a:extLst/>
          </a:lstStyle>
          <a:p>
            <a:endParaRPr lang="ru-RU" dirty="0"/>
          </a:p>
        </p:txBody>
      </p:sp>
      <p:sp>
        <p:nvSpPr>
          <p:cNvPr id="3" name="Rectangle 3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rtlCol="0"/>
          <a:lstStyle>
            <a:lvl1pPr algn="r" latinLnBrk="0">
              <a:defRPr lang="ru-RU" sz="1200"/>
            </a:lvl1pPr>
            <a:extLst/>
          </a:lstStyle>
          <a:p>
            <a:fld id="{68F88C59-319B-4332-9A1D-2A62CFCB00D8}" type="datetimeFigureOut">
              <a:rPr lang="ru-RU" smtClean="0"/>
              <a:pPr/>
              <a:t>17.11.2021</a:t>
            </a:fld>
            <a:endParaRPr lang="ru-RU" dirty="0"/>
          </a:p>
        </p:txBody>
      </p:sp>
      <p:sp>
        <p:nvSpPr>
          <p:cNvPr id="4" name="Rectangle 4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rtlCol="0" anchor="b"/>
          <a:lstStyle>
            <a:lvl1pPr algn="l" latinLnBrk="0">
              <a:defRPr lang="ru-RU" sz="1200"/>
            </a:lvl1pPr>
            <a:extLst/>
          </a:lstStyle>
          <a:p>
            <a:endParaRPr lang="ru-RU" dirty="0"/>
          </a:p>
        </p:txBody>
      </p:sp>
      <p:sp>
        <p:nvSpPr>
          <p:cNvPr id="5" name="Rectangle 5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rtlCol="0" anchor="b"/>
          <a:lstStyle>
            <a:lvl1pPr algn="r" latinLnBrk="0">
              <a:defRPr lang="ru-RU" sz="1200"/>
            </a:lvl1pPr>
            <a:extLst/>
          </a:lstStyle>
          <a:p>
            <a:fld id="{B16A41B8-7DC3-4DB6-84E4-E105629EAA36}" type="slidenum">
              <a:rPr lang="ru-RU" smtClean="0"/>
              <a:pPr/>
              <a:t>‹#›</a:t>
            </a:fld>
            <a:endParaRPr lang="ru-RU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rtlCol="0"/>
          <a:lstStyle>
            <a:lvl1pPr algn="l" latinLnBrk="0">
              <a:defRPr lang="ru-RU" sz="1200"/>
            </a:lvl1pPr>
            <a:extLst/>
          </a:lstStyle>
          <a:p>
            <a:endParaRPr lang="ru-RU" dirty="0"/>
          </a:p>
        </p:txBody>
      </p:sp>
      <p:sp>
        <p:nvSpPr>
          <p:cNvPr id="3" name="Rectangle 3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rtlCol="0"/>
          <a:lstStyle>
            <a:lvl1pPr algn="r" latinLnBrk="0">
              <a:defRPr lang="ru-RU" sz="1200"/>
            </a:lvl1pPr>
            <a:extLst/>
          </a:lstStyle>
          <a:p>
            <a:fld id="{968B300D-05F0-4B43-940D-46DED5A791AD}" type="datetimeFigureOut">
              <a:rPr lang="ru-RU"/>
              <a:pPr/>
              <a:t>17.11.2021</a:t>
            </a:fld>
            <a:endParaRPr lang="ru-RU" dirty="0"/>
          </a:p>
        </p:txBody>
      </p:sp>
      <p:sp>
        <p:nvSpPr>
          <p:cNvPr id="4" name="Rectangle 4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rtlCol="0" anchor="ctr"/>
          <a:lstStyle/>
          <a:p>
            <a:endParaRPr lang="ru-RU" dirty="0"/>
          </a:p>
        </p:txBody>
      </p:sp>
      <p:sp>
        <p:nvSpPr>
          <p:cNvPr id="5" name="Rectangle 5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Rectangle 6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rtlCol="0" anchor="b"/>
          <a:lstStyle>
            <a:lvl1pPr algn="l" latinLnBrk="0">
              <a:defRPr lang="ru-RU" sz="1200"/>
            </a:lvl1pPr>
            <a:extLst/>
          </a:lstStyle>
          <a:p>
            <a:endParaRPr lang="ru-RU" dirty="0"/>
          </a:p>
        </p:txBody>
      </p:sp>
      <p:sp>
        <p:nvSpPr>
          <p:cNvPr id="7" name="Rectangle 7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rtlCol="0" anchor="b"/>
          <a:lstStyle>
            <a:lvl1pPr algn="r" latinLnBrk="0">
              <a:defRPr lang="ru-RU" sz="1200"/>
            </a:lvl1pPr>
            <a:extLst/>
          </a:lstStyle>
          <a:p>
            <a:fld id="{9B26CD33-4337-4529-948A-94F6960B2374}" type="slidenum">
              <a:rPr/>
              <a:pPr/>
              <a:t>‹#›</a:t>
            </a:fld>
            <a:endParaRPr lang="ru-RU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rtl="0" latinLnBrk="0">
      <a:defRPr lang="ru-RU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rtl="0" latinLnBrk="0">
      <a:defRPr lang="ru-RU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rtl="0" latinLnBrk="0">
      <a:defRPr lang="ru-RU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rtl="0" latinLnBrk="0">
      <a:defRPr lang="ru-RU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rtl="0" latinLnBrk="0">
      <a:defRPr lang="ru-RU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rtl="0" latinLnBrk="0">
      <a:defRPr lang="ru-RU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rtl="0" latinLnBrk="0">
      <a:defRPr lang="ru-RU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rtl="0" latinLnBrk="0">
      <a:defRPr lang="ru-RU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rtl="0" latinLnBrk="0">
      <a:defRPr lang="ru-RU" sz="1200" kern="1200">
        <a:solidFill>
          <a:schemeClr val="tx1"/>
        </a:solidFill>
        <a:latin typeface="+mn-lt"/>
        <a:ea typeface="+mn-ea"/>
        <a:cs typeface="+mn-cs"/>
      </a:defRPr>
    </a:lvl9pPr>
    <a:extLst/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B26CD33-4337-4529-948A-94F6960B2374}" type="slidenum">
              <a:rPr lang="ru-RU" smtClean="0"/>
              <a:pPr/>
              <a:t>1</a:t>
            </a:fld>
            <a:endParaRPr lang="ru-RU" dirty="0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B26CD33-4337-4529-948A-94F6960B2374}" type="slidenum">
              <a:rPr lang="ru-RU" smtClean="0"/>
              <a:pPr/>
              <a:t>2</a:t>
            </a:fld>
            <a:endParaRPr lang="ru-RU" dirty="0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B26CD33-4337-4529-948A-94F6960B2374}" type="slidenum">
              <a:rPr lang="ru-RU" smtClean="0"/>
              <a:pPr/>
              <a:t>3</a:t>
            </a:fld>
            <a:endParaRPr lang="ru-RU" dirty="0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B26CD33-4337-4529-948A-94F6960B2374}" type="slidenum">
              <a:rPr lang="ru-RU" smtClean="0"/>
              <a:pPr/>
              <a:t>4</a:t>
            </a:fld>
            <a:endParaRPr lang="ru-RU" dirty="0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B26CD33-4337-4529-948A-94F6960B2374}" type="slidenum">
              <a:rPr lang="ru-RU" smtClean="0"/>
              <a:pPr/>
              <a:t>5</a:t>
            </a:fld>
            <a:endParaRPr lang="ru-RU" dirty="0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B26CD33-4337-4529-948A-94F6960B2374}" type="slidenum">
              <a:rPr lang="ru-RU" smtClean="0"/>
              <a:pPr/>
              <a:t>6</a:t>
            </a:fld>
            <a:endParaRPr lang="ru-RU" dirty="0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B26CD33-4337-4529-948A-94F6960B2374}" type="slidenum">
              <a:rPr lang="ru-RU" smtClean="0"/>
              <a:pPr/>
              <a:t>7</a:t>
            </a:fld>
            <a:endParaRPr lang="ru-RU" dirty="0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B26CD33-4337-4529-948A-94F6960B2374}" type="slidenum">
              <a:rPr lang="ru-RU" smtClean="0"/>
              <a:pPr/>
              <a:t>8</a:t>
            </a:fld>
            <a:endParaRPr lang="ru-RU" dirty="0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B26CD33-4337-4529-948A-94F6960B2374}" type="slidenum">
              <a:rPr lang="ru-RU" smtClean="0"/>
              <a:pPr/>
              <a:t>9</a:t>
            </a:fld>
            <a:endParaRPr lang="ru-RU" dirty="0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B26CD33-4337-4529-948A-94F6960B2374}" type="slidenum">
              <a:rPr lang="ru-RU" smtClean="0"/>
              <a:pPr/>
              <a:t>10</a:t>
            </a:fld>
            <a:endParaRPr lang="ru-RU" dirty="0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B26CD33-4337-4529-948A-94F6960B2374}" type="slidenum">
              <a:rPr lang="ru-RU" smtClean="0"/>
              <a:pPr/>
              <a:t>11</a:t>
            </a:fld>
            <a:endParaRPr lang="ru-RU" dirty="0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B26CD33-4337-4529-948A-94F6960B2374}" type="slidenum">
              <a:rPr lang="ru-RU" smtClean="0"/>
              <a:pPr/>
              <a:t>12</a:t>
            </a:fld>
            <a:endParaRPr lang="ru-RU" dirty="0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B26CD33-4337-4529-948A-94F6960B2374}" type="slidenum">
              <a:rPr lang="ru-RU" smtClean="0"/>
              <a:pPr/>
              <a:t>13</a:t>
            </a:fld>
            <a:endParaRPr lang="ru-RU" dirty="0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B26CD33-4337-4529-948A-94F6960B2374}" type="slidenum">
              <a:rPr lang="ru-RU" smtClean="0"/>
              <a:pPr/>
              <a:t>14</a:t>
            </a:fld>
            <a:endParaRPr lang="ru-RU" dirty="0"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B26CD33-4337-4529-948A-94F6960B2374}" type="slidenum">
              <a:rPr lang="ru-RU" smtClean="0"/>
              <a:pPr/>
              <a:t>15</a:t>
            </a:fld>
            <a:endParaRPr lang="ru-RU" dirty="0"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B26CD33-4337-4529-948A-94F6960B2374}" type="slidenum">
              <a:rPr lang="ru-RU" smtClean="0"/>
              <a:pPr/>
              <a:t>16</a:t>
            </a:fld>
            <a:endParaRPr lang="ru-RU" dirty="0"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B26CD33-4337-4529-948A-94F6960B2374}" type="slidenum">
              <a:rPr lang="ru-RU" smtClean="0"/>
              <a:pPr/>
              <a:t>17</a:t>
            </a:fld>
            <a:endParaRPr lang="ru-RU" dirty="0"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B26CD33-4337-4529-948A-94F6960B2374}" type="slidenum">
              <a:rPr lang="ru-RU" smtClean="0"/>
              <a:pPr/>
              <a:t>18</a:t>
            </a:fld>
            <a:endParaRPr lang="ru-RU" dirty="0"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B26CD33-4337-4529-948A-94F6960B2374}" type="slidenum">
              <a:rPr lang="ru-RU" smtClean="0"/>
              <a:pPr/>
              <a:t>19</a:t>
            </a:fld>
            <a:endParaRPr lang="ru-RU" dirty="0"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B26CD33-4337-4529-948A-94F6960B2374}" type="slidenum">
              <a:rPr lang="ru-RU" smtClean="0"/>
              <a:pPr/>
              <a:t>20</a:t>
            </a:fld>
            <a:endParaRPr lang="ru-RU" dirty="0"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B26CD33-4337-4529-948A-94F6960B2374}" type="slidenum">
              <a:rPr lang="ru-RU" smtClean="0"/>
              <a:pPr/>
              <a:t>21</a:t>
            </a:fld>
            <a:endParaRPr lang="ru-RU" dirty="0"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B26CD33-4337-4529-948A-94F6960B2374}" type="slidenum">
              <a:rPr lang="ru-RU" smtClean="0"/>
              <a:pPr/>
              <a:t>22</a:t>
            </a:fld>
            <a:endParaRPr lang="ru-RU" dirty="0"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B26CD33-4337-4529-948A-94F6960B2374}" type="slidenum">
              <a:rPr lang="ru-RU" smtClean="0"/>
              <a:pPr/>
              <a:t>23</a:t>
            </a:fld>
            <a:endParaRPr lang="ru-RU" dirty="0"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B26CD33-4337-4529-948A-94F6960B2374}" type="slidenum">
              <a:rPr lang="ru-RU" smtClean="0"/>
              <a:pPr/>
              <a:t>24</a:t>
            </a:fld>
            <a:endParaRPr lang="ru-RU" dirty="0"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B26CD33-4337-4529-948A-94F6960B2374}" type="slidenum">
              <a:rPr lang="ru-RU" smtClean="0"/>
              <a:pPr/>
              <a:t>25</a:t>
            </a:fld>
            <a:endParaRPr lang="ru-RU" dirty="0"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B26CD33-4337-4529-948A-94F6960B2374}" type="slidenum">
              <a:rPr lang="ru-RU" smtClean="0"/>
              <a:pPr/>
              <a:t>26</a:t>
            </a:fld>
            <a:endParaRPr lang="ru-RU" dirty="0"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B26CD33-4337-4529-948A-94F6960B2374}" type="slidenum">
              <a:rPr lang="ru-RU" smtClean="0"/>
              <a:pPr/>
              <a:t>27</a:t>
            </a:fld>
            <a:endParaRPr lang="ru-RU" dirty="0"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B26CD33-4337-4529-948A-94F6960B2374}" type="slidenum">
              <a:rPr lang="ru-RU" smtClean="0"/>
              <a:pPr/>
              <a:t>28</a:t>
            </a:fld>
            <a:endParaRPr lang="ru-RU" dirty="0"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B26CD33-4337-4529-948A-94F6960B2374}" type="slidenum">
              <a:rPr lang="ru-RU" smtClean="0"/>
              <a:pPr/>
              <a:t>29</a:t>
            </a:fld>
            <a:endParaRPr lang="ru-RU" dirty="0"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B26CD33-4337-4529-948A-94F6960B2374}" type="slidenum">
              <a:rPr lang="ru-RU" smtClean="0"/>
              <a:pPr/>
              <a:t>30</a:t>
            </a:fld>
            <a:endParaRPr lang="ru-RU" dirty="0"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B26CD33-4337-4529-948A-94F6960B2374}" type="slidenum">
              <a:rPr lang="ru-RU" smtClean="0"/>
              <a:pPr/>
              <a:t>31</a:t>
            </a:fld>
            <a:endParaRPr lang="ru-RU" dirty="0"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B26CD33-4337-4529-948A-94F6960B2374}" type="slidenum">
              <a:rPr lang="ru-RU" smtClean="0"/>
              <a:pPr/>
              <a:t>32</a:t>
            </a:fld>
            <a:endParaRPr lang="ru-RU" dirty="0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Обложка альбом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7"/>
          <p:cNvSpPr>
            <a:spLocks noGrp="1"/>
          </p:cNvSpPr>
          <p:nvPr>
            <p:ph type="title" hasCustomPrompt="1"/>
          </p:nvPr>
        </p:nvSpPr>
        <p:spPr>
          <a:xfrm>
            <a:off x="228601" y="3962400"/>
            <a:ext cx="8298485" cy="1066800"/>
          </a:xfrm>
        </p:spPr>
        <p:txBody>
          <a:bodyPr bIns="0"/>
          <a:lstStyle>
            <a:lvl1pPr algn="r" eaLnBrk="1" latinLnBrk="0" hangingPunct="1">
              <a:defRPr kumimoji="0" lang="ru-RU"/>
            </a:lvl1pPr>
            <a:extLst/>
          </a:lstStyle>
          <a:p>
            <a:r>
              <a:rPr kumimoji="0" lang="ru-RU"/>
              <a:t>Заголовок фотоальбома</a:t>
            </a:r>
          </a:p>
        </p:txBody>
      </p:sp>
      <p:sp>
        <p:nvSpPr>
          <p:cNvPr id="30" name="Rectangle 7"/>
          <p:cNvSpPr>
            <a:spLocks/>
          </p:cNvSpPr>
          <p:nvPr/>
        </p:nvSpPr>
        <p:spPr>
          <a:xfrm>
            <a:off x="453736" y="5181600"/>
            <a:ext cx="8229600" cy="1143000"/>
          </a:xfrm>
          <a:prstGeom prst="rect">
            <a:avLst/>
          </a:prstGeom>
        </p:spPr>
        <p:txBody>
          <a:bodyPr vert="horz" anchor="ctr">
            <a:norm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lang="ru-RU"/>
            </a:pPr>
            <a:endParaRPr kumimoji="0" lang="ru-RU" sz="3200" b="0" i="1" u="none" strike="noStrike" kern="0" cap="none" spc="0" normalizeH="0" baseline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j-lt"/>
              <a:ea typeface="+mj-ea"/>
              <a:cs typeface="+mj-cs"/>
            </a:endParaRPr>
          </a:p>
        </p:txBody>
      </p:sp>
      <p:sp>
        <p:nvSpPr>
          <p:cNvPr id="9" name="Rectangle 7"/>
          <p:cNvSpPr>
            <a:spLocks noGrp="1"/>
          </p:cNvSpPr>
          <p:nvPr>
            <p:ph type="body" sz="quarter" idx="10" hasCustomPrompt="1"/>
          </p:nvPr>
        </p:nvSpPr>
        <p:spPr>
          <a:xfrm>
            <a:off x="2133600" y="5133975"/>
            <a:ext cx="6386946" cy="1219200"/>
          </a:xfrm>
        </p:spPr>
        <p:txBody>
          <a:bodyPr vert="horz" tIns="0" anchor="t" anchorCtr="0">
            <a:noAutofit/>
          </a:bodyPr>
          <a:lstStyle>
            <a:lvl1pPr marL="0" marR="0" indent="0" algn="r" rtl="0" eaLnBrk="1" latinLnBrk="0" hangingPunct="1">
              <a:spcBef>
                <a:spcPct val="20000"/>
              </a:spcBef>
              <a:buFontTx/>
              <a:buNone/>
              <a:defRPr kumimoji="0" lang="ru-RU" sz="1800" i="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lvl="0"/>
            <a:r>
              <a:rPr kumimoji="0" lang="ru-RU"/>
              <a:t>Щелкните, чтобы добавить дату и прочие сведения</a:t>
            </a:r>
          </a:p>
        </p:txBody>
      </p:sp>
      <p:sp>
        <p:nvSpPr>
          <p:cNvPr id="27" name="Rectangle 6"/>
          <p:cNvSpPr>
            <a:spLocks noGrp="1"/>
          </p:cNvSpPr>
          <p:nvPr>
            <p:ph type="pic" sz="quarter" idx="11"/>
          </p:nvPr>
        </p:nvSpPr>
        <p:spPr>
          <a:xfrm>
            <a:off x="6096000" y="1600200"/>
            <a:ext cx="2286000" cy="2286000"/>
          </a:xfr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vert="horz"/>
          <a:lstStyle/>
          <a:p>
            <a:pPr algn="ctr" eaLnBrk="1" latinLnBrk="0" hangingPunct="1"/>
            <a:r>
              <a:rPr lang="ru-RU" dirty="0" smtClean="0"/>
              <a:t>Вставка рисунка</a:t>
            </a:r>
            <a:endParaRPr dirty="0"/>
          </a:p>
        </p:txBody>
      </p:sp>
      <p:sp>
        <p:nvSpPr>
          <p:cNvPr id="6" name="Rectangle 5"/>
          <p:cNvSpPr/>
          <p:nvPr userDrawn="1"/>
        </p:nvSpPr>
        <p:spPr>
          <a:xfrm>
            <a:off x="176844" y="186904"/>
            <a:ext cx="8763000" cy="6213896"/>
          </a:xfrm>
          <a:prstGeom prst="rect">
            <a:avLst/>
          </a:prstGeom>
          <a:noFill/>
          <a:ln w="9525" cap="rnd" cmpd="sng" algn="ctr">
            <a:solidFill>
              <a:schemeClr val="bg1">
                <a:tint val="85000"/>
              </a:schemeClr>
            </a:solidFill>
            <a:prstDash val="dash"/>
          </a:ln>
          <a:effectLst>
            <a:outerShdw blurRad="25400" dist="12700" dir="5400000" algn="tl" rotWithShape="0">
              <a:schemeClr val="bg1">
                <a:alpha val="60000"/>
              </a:schemeClr>
            </a:outerShdw>
          </a:effectLst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0" lang="ru-RU" dirty="0"/>
          </a:p>
        </p:txBody>
      </p:sp>
      <p:sp>
        <p:nvSpPr>
          <p:cNvPr id="11" name="Rectangle 10"/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fld id="{F30C84A2-23CF-44F5-B813-5187ED5C7D1C}" type="datetimeFigureOut">
              <a:rPr kumimoji="0" lang="ru-RU" sz="1200">
                <a:solidFill>
                  <a:schemeClr val="tx2"/>
                </a:solidFill>
              </a:rPr>
              <a:pPr/>
              <a:t>17.11.2021</a:t>
            </a:fld>
            <a:endParaRPr kumimoji="0" lang="ru-RU" dirty="0"/>
          </a:p>
        </p:txBody>
      </p:sp>
      <p:sp>
        <p:nvSpPr>
          <p:cNvPr id="12" name="Rectangle 11"/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pPr algn="r"/>
            <a:fld id="{F99EC173-99AE-4773-AB25-02E469A13EAE}" type="slidenum">
              <a:rPr kumimoji="0" lang="ru-RU" sz="1200">
                <a:solidFill>
                  <a:schemeClr val="tx2"/>
                </a:solidFill>
              </a:rPr>
              <a:pPr algn="r"/>
              <a:t>‹#›</a:t>
            </a:fld>
            <a:endParaRPr kumimoji="0" lang="ru-RU" dirty="0"/>
          </a:p>
        </p:txBody>
      </p:sp>
      <p:sp>
        <p:nvSpPr>
          <p:cNvPr id="13" name="Rectangle 12"/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endParaRPr kumimoji="0" lang="ru-RU" dirty="0"/>
          </a:p>
        </p:txBody>
      </p:sp>
    </p:spTree>
  </p:cSld>
  <p:clrMapOvr>
    <a:masterClrMapping/>
  </p:clrMapOvr>
  <p:transition>
    <p:fade/>
  </p:transition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Альбомная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9"/>
          <p:cNvSpPr>
            <a:spLocks noGrp="1" noChangeAspect="1"/>
          </p:cNvSpPr>
          <p:nvPr>
            <p:ph type="pic" sz="quarter" idx="10"/>
          </p:nvPr>
        </p:nvSpPr>
        <p:spPr>
          <a:xfrm>
            <a:off x="914400" y="294590"/>
            <a:ext cx="7467600" cy="5600700"/>
          </a:xfr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/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1588" algn="ctr" eaLnBrk="1" latinLnBrk="0" hangingPunct="1"/>
            <a:r>
              <a:rPr lang="ru-RU" dirty="0" smtClean="0"/>
              <a:t>Вставка рисунка</a:t>
            </a:r>
            <a:endParaRPr dirty="0"/>
          </a:p>
        </p:txBody>
      </p:sp>
      <p:sp>
        <p:nvSpPr>
          <p:cNvPr id="7" name="Rectangle 5"/>
          <p:cNvSpPr>
            <a:spLocks noGrp="1"/>
          </p:cNvSpPr>
          <p:nvPr>
            <p:ph type="body" sz="quarter" idx="11" hasCustomPrompt="1"/>
          </p:nvPr>
        </p:nvSpPr>
        <p:spPr>
          <a:xfrm>
            <a:off x="914400" y="6019800"/>
            <a:ext cx="7467600" cy="381000"/>
          </a:xfrm>
        </p:spPr>
        <p:txBody>
          <a:bodyPr rIns="9144" anchor="t" anchorCtr="0">
            <a:noAutofit/>
          </a:bodyPr>
          <a:lstStyle>
            <a:lvl1pPr marL="0" marR="0" indent="0" algn="l" rtl="0" eaLnBrk="1" latinLnBrk="0" hangingPunct="1">
              <a:spcBef>
                <a:spcPct val="20000"/>
              </a:spcBef>
              <a:buFontTx/>
              <a:buNone/>
              <a:defRPr kumimoji="0" lang="ru-RU" sz="1800" i="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lvl="0"/>
            <a:r>
              <a:rPr kumimoji="0" lang="ru-RU"/>
              <a:t>Надпись</a:t>
            </a:r>
          </a:p>
        </p:txBody>
      </p:sp>
      <p:sp>
        <p:nvSpPr>
          <p:cNvPr id="4" name="Rectangle 3"/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fld id="{F30C84A2-23CF-44F5-B813-5187ED5C7D1C}" type="datetimeFigureOut">
              <a:rPr kumimoji="0" lang="ru-RU" sz="1200">
                <a:solidFill>
                  <a:schemeClr val="tx2"/>
                </a:solidFill>
              </a:rPr>
              <a:pPr/>
              <a:t>17.11.2021</a:t>
            </a:fld>
            <a:endParaRPr kumimoji="0" lang="ru-RU" dirty="0"/>
          </a:p>
        </p:txBody>
      </p:sp>
      <p:sp>
        <p:nvSpPr>
          <p:cNvPr id="6" name="Rectangle 5"/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pPr algn="r"/>
            <a:fld id="{F99EC173-99AE-4773-AB25-02E469A13EAE}" type="slidenum">
              <a:rPr kumimoji="0" lang="ru-RU" sz="1200">
                <a:solidFill>
                  <a:schemeClr val="tx2"/>
                </a:solidFill>
              </a:rPr>
              <a:pPr algn="r"/>
              <a:t>‹#›</a:t>
            </a:fld>
            <a:endParaRPr kumimoji="0" lang="ru-RU" dirty="0"/>
          </a:p>
        </p:txBody>
      </p:sp>
      <p:sp>
        <p:nvSpPr>
          <p:cNvPr id="8" name="Rectangle 7"/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endParaRPr kumimoji="0" lang="ru-RU" dirty="0"/>
          </a:p>
        </p:txBody>
      </p:sp>
    </p:spTree>
  </p:cSld>
  <p:clrMapOvr>
    <a:masterClrMapping/>
  </p:clrMapOvr>
  <p:transition>
    <p:fade/>
  </p:transition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ColTx" preserve="1">
  <p:cSld name="Книжная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8"/>
          <p:cNvSpPr>
            <a:spLocks noGrp="1"/>
          </p:cNvSpPr>
          <p:nvPr>
            <p:ph type="pic" sz="quarter" idx="10"/>
          </p:nvPr>
        </p:nvSpPr>
        <p:spPr>
          <a:xfrm>
            <a:off x="419375" y="233241"/>
            <a:ext cx="4640305" cy="6172200"/>
          </a:xfr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1588" algn="ctr" eaLnBrk="1" latinLnBrk="0" hangingPunct="1"/>
            <a:r>
              <a:rPr lang="ru-RU" dirty="0" smtClean="0"/>
              <a:t>Вставка рисунка</a:t>
            </a:r>
            <a:endParaRPr dirty="0"/>
          </a:p>
        </p:txBody>
      </p:sp>
      <p:sp>
        <p:nvSpPr>
          <p:cNvPr id="13" name="Rectangle 6"/>
          <p:cNvSpPr>
            <a:spLocks noGrp="1"/>
          </p:cNvSpPr>
          <p:nvPr>
            <p:ph type="body" sz="quarter" idx="11" hasCustomPrompt="1"/>
          </p:nvPr>
        </p:nvSpPr>
        <p:spPr>
          <a:xfrm>
            <a:off x="5257800" y="3048000"/>
            <a:ext cx="3505200" cy="3352800"/>
          </a:xfrm>
        </p:spPr>
        <p:txBody>
          <a:bodyPr tIns="91440" bIns="91440" anchor="b" anchorCtr="0">
            <a:noAutofit/>
          </a:bodyPr>
          <a:lstStyle>
            <a:lvl1pPr marL="0" marR="0" indent="0" algn="l" rtl="0" eaLnBrk="1" latinLnBrk="0" hangingPunct="1">
              <a:spcBef>
                <a:spcPct val="20000"/>
              </a:spcBef>
              <a:buFontTx/>
              <a:buNone/>
              <a:defRPr kumimoji="0" lang="ru-RU" sz="1800" i="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lvl="0"/>
            <a:r>
              <a:rPr kumimoji="0" lang="ru-RU"/>
              <a:t>Надпись</a:t>
            </a:r>
          </a:p>
        </p:txBody>
      </p:sp>
      <p:sp>
        <p:nvSpPr>
          <p:cNvPr id="4" name="Rectangle 3"/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fld id="{F30C84A2-23CF-44F5-B813-5187ED5C7D1C}" type="datetimeFigureOut">
              <a:rPr kumimoji="0" lang="ru-RU" sz="1200">
                <a:solidFill>
                  <a:schemeClr val="tx2"/>
                </a:solidFill>
              </a:rPr>
              <a:pPr/>
              <a:t>17.11.2021</a:t>
            </a:fld>
            <a:endParaRPr kumimoji="0" lang="ru-RU" dirty="0"/>
          </a:p>
        </p:txBody>
      </p:sp>
      <p:sp>
        <p:nvSpPr>
          <p:cNvPr id="5" name="Rectangle 4"/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pPr algn="r"/>
            <a:fld id="{F99EC173-99AE-4773-AB25-02E469A13EAE}" type="slidenum">
              <a:rPr kumimoji="0" lang="ru-RU" sz="1200">
                <a:solidFill>
                  <a:schemeClr val="tx2"/>
                </a:solidFill>
              </a:rPr>
              <a:pPr algn="r"/>
              <a:t>‹#›</a:t>
            </a:fld>
            <a:endParaRPr kumimoji="0" lang="ru-RU" dirty="0"/>
          </a:p>
        </p:txBody>
      </p:sp>
      <p:sp>
        <p:nvSpPr>
          <p:cNvPr id="6" name="Rectangle 5"/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endParaRPr kumimoji="0" lang="ru-RU" dirty="0"/>
          </a:p>
        </p:txBody>
      </p:sp>
    </p:spTree>
  </p:cSld>
  <p:clrMapOvr>
    <a:masterClrMapping/>
  </p:clrMapOvr>
  <p:transition>
    <p:fade/>
  </p:transition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Альбомная (на весь экран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6"/>
          <p:cNvSpPr>
            <a:spLocks noGrp="1" noChangeAspect="1"/>
          </p:cNvSpPr>
          <p:nvPr>
            <p:ph type="pic" sz="quarter" idx="10" hasCustomPrompt="1"/>
          </p:nvPr>
        </p:nvSpPr>
        <p:spPr>
          <a:xfrm>
            <a:off x="0" y="0"/>
            <a:ext cx="9144000" cy="6858000"/>
          </a:xfrm>
          <a:noFill/>
          <a:ln w="25400" cap="rnd" cmpd="sng" algn="ctr">
            <a:noFill/>
            <a:prstDash val="solid"/>
          </a:ln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0" algn="ctr">
              <a:buFontTx/>
              <a:buNone/>
            </a:pPr>
            <a:r>
              <a:rPr kumimoji="0" lang="ru-RU" i="0" dirty="0"/>
              <a:t>Щелкните значок,</a:t>
            </a:r>
            <a:r>
              <a:rPr kumimoji="0" lang="ru-RU" i="0" baseline="0" dirty="0"/>
              <a:t> чтобы добавить </a:t>
            </a:r>
            <a:r>
              <a:rPr kumimoji="0" lang="ru-RU" i="0" dirty="0"/>
              <a:t>фотографию размером со всю страницу</a:t>
            </a:r>
            <a:endParaRPr kumimoji="0" lang="ru-RU" i="0" baseline="0" dirty="0"/>
          </a:p>
          <a:p>
            <a:pPr marL="0" marR="0" indent="0" algn="ctr">
              <a:buFontTx/>
              <a:buNone/>
            </a:pPr>
            <a:endParaRPr kumimoji="0" lang="ru-RU" i="0" dirty="0"/>
          </a:p>
          <a:p>
            <a:pPr algn="ctr">
              <a:buFontTx/>
              <a:buNone/>
            </a:pPr>
            <a:endParaRPr kumimoji="0" lang="ru-RU" i="0" dirty="0"/>
          </a:p>
          <a:p>
            <a:pPr algn="ctr">
              <a:buFontTx/>
              <a:buNone/>
            </a:pPr>
            <a:endParaRPr kumimoji="0" lang="ru-RU" i="0" dirty="0"/>
          </a:p>
        </p:txBody>
      </p:sp>
    </p:spTree>
  </p:cSld>
  <p:clrMapOvr>
    <a:masterClrMapping/>
  </p:clrMapOvr>
  <p:transition>
    <p:fade/>
  </p:transition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Раздел альбом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2"/>
          <p:cNvSpPr>
            <a:spLocks noGrp="1"/>
          </p:cNvSpPr>
          <p:nvPr>
            <p:ph type="title" hasCustomPrompt="1"/>
          </p:nvPr>
        </p:nvSpPr>
        <p:spPr>
          <a:xfrm>
            <a:off x="752670" y="4572000"/>
            <a:ext cx="7781730" cy="990600"/>
          </a:xfrm>
        </p:spPr>
        <p:txBody>
          <a:bodyPr vert="horz" bIns="0" anchor="b" anchorCtr="0"/>
          <a:lstStyle>
            <a:lvl1pPr eaLnBrk="1" latinLnBrk="0" hangingPunct="1">
              <a:defRPr kumimoji="0" lang="ru-RU" baseline="0"/>
            </a:lvl1pPr>
            <a:extLst/>
          </a:lstStyle>
          <a:p>
            <a:r>
              <a:rPr kumimoji="0" lang="ru-RU"/>
              <a:t>Заголовок раздела</a:t>
            </a:r>
          </a:p>
        </p:txBody>
      </p:sp>
      <p:sp>
        <p:nvSpPr>
          <p:cNvPr id="27" name="Rectangle 11"/>
          <p:cNvSpPr>
            <a:spLocks noGrp="1"/>
          </p:cNvSpPr>
          <p:nvPr>
            <p:ph type="body" sz="quarter" idx="14" hasCustomPrompt="1"/>
          </p:nvPr>
        </p:nvSpPr>
        <p:spPr>
          <a:xfrm>
            <a:off x="752670" y="5600700"/>
            <a:ext cx="7772400" cy="838200"/>
          </a:xfrm>
        </p:spPr>
        <p:txBody>
          <a:bodyPr vert="horz" tIns="0"/>
          <a:lstStyle>
            <a:lvl1pPr eaLnBrk="1" latinLnBrk="0" hangingPunct="1">
              <a:buFontTx/>
              <a:buNone/>
              <a:defRPr kumimoji="0" lang="ru-RU" sz="1800"/>
            </a:lvl1pPr>
            <a:extLst/>
          </a:lstStyle>
          <a:p>
            <a:pPr lvl="0"/>
            <a:r>
              <a:rPr kumimoji="0" lang="ru-RU"/>
              <a:t>Подзаголовок слайда</a:t>
            </a:r>
          </a:p>
        </p:txBody>
      </p:sp>
      <p:sp>
        <p:nvSpPr>
          <p:cNvPr id="7" name="Rectangle 6"/>
          <p:cNvSpPr>
            <a:spLocks noGrp="1"/>
          </p:cNvSpPr>
          <p:nvPr>
            <p:ph type="pic" sz="quarter" idx="11"/>
          </p:nvPr>
        </p:nvSpPr>
        <p:spPr>
          <a:xfrm>
            <a:off x="786338" y="2140695"/>
            <a:ext cx="2286000" cy="2286000"/>
          </a:xfr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vert="horz"/>
          <a:lstStyle/>
          <a:p>
            <a:pPr algn="ctr" eaLnBrk="1" latinLnBrk="0" hangingPunct="1"/>
            <a:r>
              <a:rPr lang="ru-RU" dirty="0" smtClean="0"/>
              <a:t>Вставка рисунка</a:t>
            </a:r>
            <a:endParaRPr dirty="0"/>
          </a:p>
        </p:txBody>
      </p:sp>
      <p:sp>
        <p:nvSpPr>
          <p:cNvPr id="18" name="Rectangle 6"/>
          <p:cNvSpPr>
            <a:spLocks noGrp="1"/>
          </p:cNvSpPr>
          <p:nvPr>
            <p:ph type="pic" sz="quarter" idx="15"/>
          </p:nvPr>
        </p:nvSpPr>
        <p:spPr>
          <a:xfrm>
            <a:off x="3474604" y="2140695"/>
            <a:ext cx="2286000" cy="2286000"/>
          </a:xfr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vert="horz"/>
          <a:lstStyle/>
          <a:p>
            <a:pPr algn="ctr" eaLnBrk="1" latinLnBrk="0" hangingPunct="1"/>
            <a:r>
              <a:rPr lang="ru-RU" dirty="0" smtClean="0"/>
              <a:t>Вставка рисунка</a:t>
            </a:r>
            <a:endParaRPr dirty="0"/>
          </a:p>
        </p:txBody>
      </p:sp>
      <p:sp>
        <p:nvSpPr>
          <p:cNvPr id="2" name="Rectangle 6"/>
          <p:cNvSpPr>
            <a:spLocks noGrp="1"/>
          </p:cNvSpPr>
          <p:nvPr>
            <p:ph type="pic" sz="quarter" idx="16"/>
          </p:nvPr>
        </p:nvSpPr>
        <p:spPr>
          <a:xfrm>
            <a:off x="6162870" y="2140695"/>
            <a:ext cx="2286000" cy="2286000"/>
          </a:xfr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vert="horz"/>
          <a:lstStyle/>
          <a:p>
            <a:pPr algn="ctr" eaLnBrk="1" latinLnBrk="0" hangingPunct="1"/>
            <a:r>
              <a:rPr lang="ru-RU" dirty="0" smtClean="0"/>
              <a:t>Вставка рисунка</a:t>
            </a:r>
            <a:endParaRPr dirty="0"/>
          </a:p>
        </p:txBody>
      </p:sp>
      <p:sp>
        <p:nvSpPr>
          <p:cNvPr id="8" name="Rectangle 7"/>
          <p:cNvSpPr>
            <a:spLocks noGrp="1"/>
          </p:cNvSpPr>
          <p:nvPr>
            <p:ph type="dt" sz="half" idx="17"/>
          </p:nvPr>
        </p:nvSpPr>
        <p:spPr/>
        <p:txBody>
          <a:bodyPr/>
          <a:lstStyle/>
          <a:p>
            <a:fld id="{F30C84A2-23CF-44F5-B813-5187ED5C7D1C}" type="datetimeFigureOut">
              <a:rPr kumimoji="0" lang="ru-RU" sz="1200">
                <a:solidFill>
                  <a:schemeClr val="tx2"/>
                </a:solidFill>
              </a:rPr>
              <a:pPr/>
              <a:t>17.11.2021</a:t>
            </a:fld>
            <a:endParaRPr kumimoji="0" lang="ru-RU" dirty="0"/>
          </a:p>
        </p:txBody>
      </p:sp>
      <p:sp>
        <p:nvSpPr>
          <p:cNvPr id="9" name="Rectangle 8"/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pPr algn="r"/>
            <a:fld id="{F99EC173-99AE-4773-AB25-02E469A13EAE}" type="slidenum">
              <a:rPr kumimoji="0" lang="ru-RU" sz="1200">
                <a:solidFill>
                  <a:schemeClr val="tx2"/>
                </a:solidFill>
              </a:rPr>
              <a:pPr algn="r"/>
              <a:t>‹#›</a:t>
            </a:fld>
            <a:endParaRPr kumimoji="0" lang="ru-RU" dirty="0"/>
          </a:p>
        </p:txBody>
      </p:sp>
      <p:sp>
        <p:nvSpPr>
          <p:cNvPr id="10" name="Rectangle 9"/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endParaRPr kumimoji="0" lang="ru-RU" dirty="0"/>
          </a:p>
        </p:txBody>
      </p:sp>
    </p:spTree>
  </p:cSld>
  <p:clrMapOvr>
    <a:masterClrMapping/>
  </p:clrMapOvr>
  <p:transition>
    <p:fade/>
  </p:transition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ColTx" preserve="1">
  <p:cSld name="2 сверху, книжная с подписям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Rectangle 8"/>
          <p:cNvSpPr>
            <a:spLocks noGrp="1" noChangeAspect="1"/>
          </p:cNvSpPr>
          <p:nvPr>
            <p:ph type="pic" sz="quarter" idx="10"/>
          </p:nvPr>
        </p:nvSpPr>
        <p:spPr>
          <a:xfrm>
            <a:off x="4722047" y="609600"/>
            <a:ext cx="3431353" cy="4575141"/>
          </a:xfr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1588" algn="ctr" eaLnBrk="1" latinLnBrk="0" hangingPunct="1"/>
            <a:r>
              <a:rPr lang="ru-RU" dirty="0" smtClean="0"/>
              <a:t>Вставка рисунка</a:t>
            </a:r>
            <a:endParaRPr dirty="0"/>
          </a:p>
        </p:txBody>
      </p:sp>
      <p:sp>
        <p:nvSpPr>
          <p:cNvPr id="11" name="Rectangle 8"/>
          <p:cNvSpPr>
            <a:spLocks noGrp="1" noChangeAspect="1"/>
          </p:cNvSpPr>
          <p:nvPr>
            <p:ph type="pic" sz="quarter" idx="11"/>
          </p:nvPr>
        </p:nvSpPr>
        <p:spPr>
          <a:xfrm>
            <a:off x="1066800" y="609600"/>
            <a:ext cx="3429000" cy="4572000"/>
          </a:xfr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1588" algn="ctr" eaLnBrk="1" latinLnBrk="0" hangingPunct="1"/>
            <a:r>
              <a:rPr lang="ru-RU" dirty="0" smtClean="0"/>
              <a:t>Вставка рисунка</a:t>
            </a:r>
            <a:endParaRPr dirty="0"/>
          </a:p>
        </p:txBody>
      </p:sp>
      <p:sp>
        <p:nvSpPr>
          <p:cNvPr id="3" name="Rectangle 7"/>
          <p:cNvSpPr>
            <a:spLocks noGrp="1"/>
          </p:cNvSpPr>
          <p:nvPr>
            <p:ph type="body" sz="quarter" idx="14" hasCustomPrompt="1"/>
          </p:nvPr>
        </p:nvSpPr>
        <p:spPr>
          <a:xfrm>
            <a:off x="1066800" y="5334000"/>
            <a:ext cx="3429000" cy="1066800"/>
          </a:xfrm>
        </p:spPr>
        <p:txBody>
          <a:bodyPr lIns="91440" rIns="9144" anchor="t" anchorCtr="0">
            <a:noAutofit/>
          </a:bodyPr>
          <a:lstStyle>
            <a:lvl1pPr marL="0" marR="0" indent="0" algn="l" rtl="0" eaLnBrk="1" latinLnBrk="0" hangingPunct="1">
              <a:spcBef>
                <a:spcPct val="20000"/>
              </a:spcBef>
              <a:buFontTx/>
              <a:buNone/>
              <a:defRPr kumimoji="0" lang="ru-RU" sz="18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lvl="0"/>
            <a:r>
              <a:rPr kumimoji="0" lang="ru-RU"/>
              <a:t>Надпись</a:t>
            </a:r>
          </a:p>
        </p:txBody>
      </p:sp>
      <p:sp>
        <p:nvSpPr>
          <p:cNvPr id="19" name="Rectangle 7"/>
          <p:cNvSpPr>
            <a:spLocks noGrp="1"/>
          </p:cNvSpPr>
          <p:nvPr>
            <p:ph type="body" sz="quarter" idx="15" hasCustomPrompt="1"/>
          </p:nvPr>
        </p:nvSpPr>
        <p:spPr>
          <a:xfrm>
            <a:off x="4724400" y="5334000"/>
            <a:ext cx="3429000" cy="1066800"/>
          </a:xfrm>
        </p:spPr>
        <p:txBody>
          <a:bodyPr lIns="91440" rIns="9144" anchor="t" anchorCtr="0">
            <a:noAutofit/>
          </a:bodyPr>
          <a:lstStyle>
            <a:lvl1pPr marL="0" marR="0" indent="0" algn="l" rtl="0" eaLnBrk="1" latinLnBrk="0" hangingPunct="1">
              <a:spcBef>
                <a:spcPct val="20000"/>
              </a:spcBef>
              <a:buFontTx/>
              <a:buNone/>
              <a:defRPr kumimoji="0" lang="ru-RU" sz="18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lvl="0"/>
            <a:r>
              <a:rPr kumimoji="0" lang="ru-RU"/>
              <a:t>Надпись</a:t>
            </a:r>
          </a:p>
        </p:txBody>
      </p:sp>
      <p:sp>
        <p:nvSpPr>
          <p:cNvPr id="6" name="Rectangle 5"/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fld id="{F30C84A2-23CF-44F5-B813-5187ED5C7D1C}" type="datetimeFigureOut">
              <a:rPr kumimoji="0" lang="ru-RU" sz="1200">
                <a:solidFill>
                  <a:schemeClr val="tx2"/>
                </a:solidFill>
              </a:rPr>
              <a:pPr/>
              <a:t>17.11.2021</a:t>
            </a:fld>
            <a:endParaRPr kumimoji="0" lang="ru-RU" dirty="0"/>
          </a:p>
        </p:txBody>
      </p:sp>
      <p:sp>
        <p:nvSpPr>
          <p:cNvPr id="7" name="Rectangle 6"/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pPr algn="r"/>
            <a:fld id="{F99EC173-99AE-4773-AB25-02E469A13EAE}" type="slidenum">
              <a:rPr kumimoji="0" lang="ru-RU" sz="1200">
                <a:solidFill>
                  <a:schemeClr val="tx2"/>
                </a:solidFill>
              </a:rPr>
              <a:pPr algn="r"/>
              <a:t>‹#›</a:t>
            </a:fld>
            <a:endParaRPr kumimoji="0" lang="ru-RU" dirty="0"/>
          </a:p>
        </p:txBody>
      </p:sp>
      <p:sp>
        <p:nvSpPr>
          <p:cNvPr id="8" name="Rectangle 7"/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endParaRPr kumimoji="0" lang="ru-RU" dirty="0"/>
          </a:p>
        </p:txBody>
      </p:sp>
    </p:spTree>
  </p:cSld>
  <p:clrMapOvr>
    <a:masterClrMapping/>
  </p:clrMapOvr>
  <p:transition>
    <p:fade/>
  </p:transition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 сверху, альбомная с подписям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7"/>
          <p:cNvSpPr>
            <a:spLocks noGrp="1" noChangeAspect="1"/>
          </p:cNvSpPr>
          <p:nvPr>
            <p:ph type="pic" sz="quarter" idx="13"/>
          </p:nvPr>
        </p:nvSpPr>
        <p:spPr>
          <a:xfrm>
            <a:off x="4648200" y="1676400"/>
            <a:ext cx="4038600" cy="3028950"/>
          </a:xfrm>
          <a:prstGeom prst="rect">
            <a:avLst/>
          </a:prstGeo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0" algn="ctr" eaLnBrk="1" latinLnBrk="0" hangingPunct="1"/>
            <a:r>
              <a:rPr lang="ru-RU" dirty="0" smtClean="0"/>
              <a:t>Вставка рисунка</a:t>
            </a:r>
            <a:endParaRPr dirty="0"/>
          </a:p>
        </p:txBody>
      </p:sp>
      <p:sp>
        <p:nvSpPr>
          <p:cNvPr id="25" name="Rectangle 7"/>
          <p:cNvSpPr>
            <a:spLocks noGrp="1" noChangeAspect="1"/>
          </p:cNvSpPr>
          <p:nvPr>
            <p:ph type="pic" sz="quarter" idx="14"/>
          </p:nvPr>
        </p:nvSpPr>
        <p:spPr>
          <a:xfrm>
            <a:off x="457200" y="1676400"/>
            <a:ext cx="4038600" cy="3028950"/>
          </a:xfrm>
          <a:prstGeom prst="rect">
            <a:avLst/>
          </a:prstGeo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0" algn="ctr" eaLnBrk="1" latinLnBrk="0" hangingPunct="1"/>
            <a:r>
              <a:rPr lang="ru-RU" dirty="0" smtClean="0"/>
              <a:t>Вставка рисунка</a:t>
            </a:r>
            <a:endParaRPr dirty="0"/>
          </a:p>
        </p:txBody>
      </p:sp>
      <p:sp>
        <p:nvSpPr>
          <p:cNvPr id="8" name="Rectangle 7"/>
          <p:cNvSpPr>
            <a:spLocks noGrp="1"/>
          </p:cNvSpPr>
          <p:nvPr>
            <p:ph type="body" sz="quarter" idx="16" hasCustomPrompt="1"/>
          </p:nvPr>
        </p:nvSpPr>
        <p:spPr>
          <a:xfrm>
            <a:off x="457200" y="4857750"/>
            <a:ext cx="4038600" cy="1238250"/>
          </a:xfrm>
        </p:spPr>
        <p:txBody>
          <a:bodyPr rIns="9144" anchor="t" anchorCtr="0">
            <a:noAutofit/>
          </a:bodyPr>
          <a:lstStyle>
            <a:lvl1pPr marL="0" marR="0" indent="0" algn="l" rtl="0" eaLnBrk="1" latinLnBrk="0" hangingPunct="1">
              <a:spcBef>
                <a:spcPct val="20000"/>
              </a:spcBef>
              <a:buFontTx/>
              <a:buNone/>
              <a:defRPr kumimoji="0" lang="ru-RU" sz="18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lvl="0"/>
            <a:r>
              <a:rPr kumimoji="0" lang="ru-RU"/>
              <a:t>Надпись</a:t>
            </a:r>
          </a:p>
        </p:txBody>
      </p:sp>
      <p:sp>
        <p:nvSpPr>
          <p:cNvPr id="19" name="Rectangle 7"/>
          <p:cNvSpPr>
            <a:spLocks noGrp="1"/>
          </p:cNvSpPr>
          <p:nvPr>
            <p:ph type="body" sz="quarter" idx="17" hasCustomPrompt="1"/>
          </p:nvPr>
        </p:nvSpPr>
        <p:spPr>
          <a:xfrm>
            <a:off x="4648200" y="4857750"/>
            <a:ext cx="4038600" cy="1238250"/>
          </a:xfrm>
        </p:spPr>
        <p:txBody>
          <a:bodyPr rIns="9144" anchor="t" anchorCtr="0">
            <a:noAutofit/>
          </a:bodyPr>
          <a:lstStyle>
            <a:lvl1pPr marL="0" marR="0" indent="0" algn="l" rtl="0" eaLnBrk="1" latinLnBrk="0" hangingPunct="1">
              <a:spcBef>
                <a:spcPct val="20000"/>
              </a:spcBef>
              <a:buFontTx/>
              <a:buNone/>
              <a:defRPr kumimoji="0" lang="ru-RU" sz="18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lvl="0"/>
            <a:r>
              <a:rPr kumimoji="0" lang="ru-RU"/>
              <a:t>Надпись</a:t>
            </a:r>
          </a:p>
        </p:txBody>
      </p:sp>
      <p:sp>
        <p:nvSpPr>
          <p:cNvPr id="6" name="Rectangle 5"/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fld id="{F30C84A2-23CF-44F5-B813-5187ED5C7D1C}" type="datetimeFigureOut">
              <a:rPr kumimoji="0" lang="ru-RU" sz="1200">
                <a:solidFill>
                  <a:schemeClr val="tx2"/>
                </a:solidFill>
              </a:rPr>
              <a:pPr/>
              <a:t>17.11.2021</a:t>
            </a:fld>
            <a:endParaRPr kumimoji="0" lang="ru-RU" dirty="0"/>
          </a:p>
        </p:txBody>
      </p:sp>
      <p:sp>
        <p:nvSpPr>
          <p:cNvPr id="7" name="Rectangle 6"/>
          <p:cNvSpPr>
            <a:spLocks noGrp="1"/>
          </p:cNvSpPr>
          <p:nvPr>
            <p:ph type="sldNum" sz="quarter" idx="19"/>
          </p:nvPr>
        </p:nvSpPr>
        <p:spPr/>
        <p:txBody>
          <a:bodyPr/>
          <a:lstStyle/>
          <a:p>
            <a:pPr algn="r"/>
            <a:fld id="{F99EC173-99AE-4773-AB25-02E469A13EAE}" type="slidenum">
              <a:rPr kumimoji="0" lang="ru-RU" sz="1200">
                <a:solidFill>
                  <a:schemeClr val="tx2"/>
                </a:solidFill>
              </a:rPr>
              <a:pPr algn="r"/>
              <a:t>‹#›</a:t>
            </a:fld>
            <a:endParaRPr kumimoji="0" lang="ru-RU" dirty="0"/>
          </a:p>
        </p:txBody>
      </p:sp>
      <p:sp>
        <p:nvSpPr>
          <p:cNvPr id="9" name="Rectangle 8"/>
          <p:cNvSpPr>
            <a:spLocks noGrp="1"/>
          </p:cNvSpPr>
          <p:nvPr>
            <p:ph type="ftr" sz="quarter" idx="20"/>
          </p:nvPr>
        </p:nvSpPr>
        <p:spPr/>
        <p:txBody>
          <a:bodyPr/>
          <a:lstStyle/>
          <a:p>
            <a:endParaRPr kumimoji="0" lang="ru-RU" dirty="0"/>
          </a:p>
        </p:txBody>
      </p:sp>
    </p:spTree>
  </p:cSld>
  <p:clrMapOvr>
    <a:masterClrMapping/>
  </p:clrMapOvr>
  <p:transition>
    <p:fade/>
  </p:transition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 сверху, смешанная с подписям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7"/>
          <p:cNvSpPr>
            <a:spLocks noGrp="1" noChangeAspect="1"/>
          </p:cNvSpPr>
          <p:nvPr>
            <p:ph type="pic" sz="quarter" idx="11"/>
          </p:nvPr>
        </p:nvSpPr>
        <p:spPr>
          <a:xfrm>
            <a:off x="5141976" y="381000"/>
            <a:ext cx="3773424" cy="2830068"/>
          </a:xfr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1588" algn="ctr" eaLnBrk="1" latinLnBrk="0" hangingPunct="1"/>
            <a:r>
              <a:rPr lang="ru-RU" dirty="0" smtClean="0"/>
              <a:t>Вставка рисунка</a:t>
            </a:r>
            <a:endParaRPr dirty="0"/>
          </a:p>
        </p:txBody>
      </p:sp>
      <p:sp>
        <p:nvSpPr>
          <p:cNvPr id="22" name="Rectangle 7"/>
          <p:cNvSpPr>
            <a:spLocks noGrp="1" noChangeAspect="1"/>
          </p:cNvSpPr>
          <p:nvPr>
            <p:ph type="pic" sz="quarter" idx="12"/>
          </p:nvPr>
        </p:nvSpPr>
        <p:spPr>
          <a:xfrm>
            <a:off x="454152" y="381000"/>
            <a:ext cx="4462272" cy="5949696"/>
          </a:xfr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1588" algn="ctr" eaLnBrk="1" latinLnBrk="0" hangingPunct="1"/>
            <a:r>
              <a:rPr lang="ru-RU" dirty="0" smtClean="0"/>
              <a:t>Вставка рисунка</a:t>
            </a:r>
            <a:endParaRPr dirty="0"/>
          </a:p>
        </p:txBody>
      </p:sp>
      <p:sp>
        <p:nvSpPr>
          <p:cNvPr id="11" name="Rectangle 7"/>
          <p:cNvSpPr>
            <a:spLocks noGrp="1"/>
          </p:cNvSpPr>
          <p:nvPr>
            <p:ph type="body" sz="quarter" idx="13" hasCustomPrompt="1"/>
          </p:nvPr>
        </p:nvSpPr>
        <p:spPr>
          <a:xfrm>
            <a:off x="5141976" y="3352800"/>
            <a:ext cx="3773425" cy="2971800"/>
          </a:xfrm>
        </p:spPr>
        <p:txBody>
          <a:bodyPr anchor="t" anchorCtr="0">
            <a:noAutofit/>
          </a:bodyPr>
          <a:lstStyle>
            <a:lvl1pPr marL="0" marR="0" indent="0" algn="l" rtl="0" eaLnBrk="1" latinLnBrk="0" hangingPunct="1">
              <a:spcBef>
                <a:spcPct val="20000"/>
              </a:spcBef>
              <a:buFontTx/>
              <a:buNone/>
              <a:defRPr kumimoji="0" lang="ru-RU" sz="1800" i="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lvl="0"/>
            <a:r>
              <a:rPr kumimoji="0" lang="ru-RU"/>
              <a:t>Надпись</a:t>
            </a:r>
          </a:p>
        </p:txBody>
      </p:sp>
      <p:sp>
        <p:nvSpPr>
          <p:cNvPr id="5" name="Rectangle 4"/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F30C84A2-23CF-44F5-B813-5187ED5C7D1C}" type="datetimeFigureOut">
              <a:rPr kumimoji="0" lang="ru-RU" sz="1200">
                <a:solidFill>
                  <a:schemeClr val="tx2"/>
                </a:solidFill>
              </a:rPr>
              <a:pPr/>
              <a:t>17.11.2021</a:t>
            </a:fld>
            <a:endParaRPr kumimoji="0" lang="ru-RU" dirty="0"/>
          </a:p>
        </p:txBody>
      </p:sp>
      <p:sp>
        <p:nvSpPr>
          <p:cNvPr id="7" name="Rectangle 6"/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pPr algn="r"/>
            <a:fld id="{F99EC173-99AE-4773-AB25-02E469A13EAE}" type="slidenum">
              <a:rPr kumimoji="0" lang="ru-RU" sz="1200">
                <a:solidFill>
                  <a:schemeClr val="tx2"/>
                </a:solidFill>
              </a:rPr>
              <a:pPr algn="r"/>
              <a:t>‹#›</a:t>
            </a:fld>
            <a:endParaRPr kumimoji="0" lang="ru-RU" dirty="0"/>
          </a:p>
        </p:txBody>
      </p:sp>
      <p:sp>
        <p:nvSpPr>
          <p:cNvPr id="8" name="Rectangle 7"/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endParaRPr kumimoji="0" lang="ru-RU" dirty="0"/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сверху, книжная с подписям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8"/>
          <p:cNvSpPr>
            <a:spLocks noGrp="1" noChangeAspect="1"/>
          </p:cNvSpPr>
          <p:nvPr>
            <p:ph type="pic" sz="quarter" idx="10"/>
          </p:nvPr>
        </p:nvSpPr>
        <p:spPr>
          <a:xfrm>
            <a:off x="228600" y="1066800"/>
            <a:ext cx="2743200" cy="3657600"/>
          </a:xfr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342900" indent="-342900" algn="ctr" eaLnBrk="1" latinLnBrk="0" hangingPunct="1"/>
            <a:r>
              <a:rPr lang="ru-RU" dirty="0" smtClean="0"/>
              <a:t>Вставка рисунка</a:t>
            </a:r>
            <a:endParaRPr dirty="0"/>
          </a:p>
        </p:txBody>
      </p:sp>
      <p:sp>
        <p:nvSpPr>
          <p:cNvPr id="4" name="Rectangle 8"/>
          <p:cNvSpPr>
            <a:spLocks noGrp="1" noChangeAspect="1"/>
          </p:cNvSpPr>
          <p:nvPr>
            <p:ph type="pic" sz="quarter" idx="11"/>
          </p:nvPr>
        </p:nvSpPr>
        <p:spPr>
          <a:xfrm>
            <a:off x="3200400" y="1066800"/>
            <a:ext cx="2743200" cy="3657600"/>
          </a:xfr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342900" indent="-342900" algn="ctr" eaLnBrk="1" latinLnBrk="0" hangingPunct="1"/>
            <a:r>
              <a:rPr lang="ru-RU" dirty="0" smtClean="0"/>
              <a:t>Вставка рисунка</a:t>
            </a:r>
            <a:endParaRPr dirty="0"/>
          </a:p>
        </p:txBody>
      </p:sp>
      <p:sp>
        <p:nvSpPr>
          <p:cNvPr id="31" name="Rectangle 8"/>
          <p:cNvSpPr>
            <a:spLocks noGrp="1" noChangeAspect="1"/>
          </p:cNvSpPr>
          <p:nvPr>
            <p:ph type="pic" sz="quarter" idx="12"/>
          </p:nvPr>
        </p:nvSpPr>
        <p:spPr>
          <a:xfrm>
            <a:off x="6172200" y="1066800"/>
            <a:ext cx="2743200" cy="3657600"/>
          </a:xfr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342900" indent="-342900" algn="ctr" eaLnBrk="1" latinLnBrk="0" hangingPunct="1"/>
            <a:r>
              <a:rPr lang="ru-RU" dirty="0" smtClean="0"/>
              <a:t>Вставка рисунка</a:t>
            </a:r>
            <a:endParaRPr dirty="0"/>
          </a:p>
        </p:txBody>
      </p:sp>
      <p:sp>
        <p:nvSpPr>
          <p:cNvPr id="7" name="Rectangle 6"/>
          <p:cNvSpPr>
            <a:spLocks noGrp="1"/>
          </p:cNvSpPr>
          <p:nvPr>
            <p:ph type="body" sz="quarter" idx="13" hasCustomPrompt="1"/>
          </p:nvPr>
        </p:nvSpPr>
        <p:spPr>
          <a:xfrm>
            <a:off x="228600" y="4876800"/>
            <a:ext cx="2743200" cy="1447800"/>
          </a:xfrm>
        </p:spPr>
        <p:txBody>
          <a:bodyPr anchor="t" anchorCtr="0">
            <a:noAutofit/>
          </a:bodyPr>
          <a:lstStyle>
            <a:lvl1pPr marL="0" marR="0" indent="0" algn="l" rtl="0" eaLnBrk="1" latinLnBrk="0" hangingPunct="1">
              <a:spcBef>
                <a:spcPct val="20000"/>
              </a:spcBef>
              <a:buFontTx/>
              <a:buNone/>
              <a:defRPr kumimoji="0" lang="ru-RU" sz="18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lvl="0"/>
            <a:r>
              <a:rPr kumimoji="0" lang="ru-RU"/>
              <a:t>Надпись</a:t>
            </a:r>
          </a:p>
        </p:txBody>
      </p:sp>
      <p:sp>
        <p:nvSpPr>
          <p:cNvPr id="6" name="Rectangle 6"/>
          <p:cNvSpPr>
            <a:spLocks noGrp="1"/>
          </p:cNvSpPr>
          <p:nvPr>
            <p:ph type="body" sz="quarter" idx="14" hasCustomPrompt="1"/>
          </p:nvPr>
        </p:nvSpPr>
        <p:spPr>
          <a:xfrm>
            <a:off x="3200400" y="4876800"/>
            <a:ext cx="2743200" cy="1447800"/>
          </a:xfrm>
        </p:spPr>
        <p:txBody>
          <a:bodyPr anchor="t" anchorCtr="0">
            <a:noAutofit/>
          </a:bodyPr>
          <a:lstStyle>
            <a:lvl1pPr marL="0" marR="0" indent="0" algn="l" rtl="0" eaLnBrk="1" latinLnBrk="0" hangingPunct="1">
              <a:spcBef>
                <a:spcPct val="20000"/>
              </a:spcBef>
              <a:buFontTx/>
              <a:buNone/>
              <a:defRPr kumimoji="0" lang="ru-RU" sz="18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lvl="0"/>
            <a:r>
              <a:rPr kumimoji="0" lang="ru-RU"/>
              <a:t>Надпись</a:t>
            </a:r>
          </a:p>
        </p:txBody>
      </p:sp>
      <p:sp>
        <p:nvSpPr>
          <p:cNvPr id="14" name="Rectangle 6"/>
          <p:cNvSpPr>
            <a:spLocks noGrp="1"/>
          </p:cNvSpPr>
          <p:nvPr>
            <p:ph type="body" sz="quarter" idx="15" hasCustomPrompt="1"/>
          </p:nvPr>
        </p:nvSpPr>
        <p:spPr>
          <a:xfrm>
            <a:off x="6172200" y="4876800"/>
            <a:ext cx="2743200" cy="1447800"/>
          </a:xfrm>
        </p:spPr>
        <p:txBody>
          <a:bodyPr anchor="t" anchorCtr="0">
            <a:noAutofit/>
          </a:bodyPr>
          <a:lstStyle>
            <a:lvl1pPr marL="0" marR="0" indent="0" algn="l" rtl="0" eaLnBrk="1" latinLnBrk="0" hangingPunct="1">
              <a:spcBef>
                <a:spcPct val="20000"/>
              </a:spcBef>
              <a:buFontTx/>
              <a:buNone/>
              <a:defRPr kumimoji="0" lang="ru-RU" sz="18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lvl="0"/>
            <a:r>
              <a:rPr kumimoji="0" lang="ru-RU"/>
              <a:t>Надпись</a:t>
            </a:r>
          </a:p>
        </p:txBody>
      </p:sp>
      <p:sp>
        <p:nvSpPr>
          <p:cNvPr id="8" name="Rectangle 7"/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fld id="{F30C84A2-23CF-44F5-B813-5187ED5C7D1C}" type="datetimeFigureOut">
              <a:rPr kumimoji="0" lang="ru-RU" sz="1200">
                <a:solidFill>
                  <a:schemeClr val="tx2"/>
                </a:solidFill>
              </a:rPr>
              <a:pPr/>
              <a:t>17.11.2021</a:t>
            </a:fld>
            <a:endParaRPr kumimoji="0" lang="ru-RU" dirty="0"/>
          </a:p>
        </p:txBody>
      </p:sp>
      <p:sp>
        <p:nvSpPr>
          <p:cNvPr id="9" name="Rectangle 8"/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pPr algn="r"/>
            <a:fld id="{F99EC173-99AE-4773-AB25-02E469A13EAE}" type="slidenum">
              <a:rPr kumimoji="0" lang="ru-RU" sz="1200">
                <a:solidFill>
                  <a:schemeClr val="tx2"/>
                </a:solidFill>
              </a:rPr>
              <a:pPr algn="r"/>
              <a:t>‹#›</a:t>
            </a:fld>
            <a:endParaRPr kumimoji="0" lang="ru-RU" dirty="0"/>
          </a:p>
        </p:txBody>
      </p:sp>
      <p:sp>
        <p:nvSpPr>
          <p:cNvPr id="10" name="Rectangle 9"/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endParaRPr kumimoji="0" lang="ru-RU" dirty="0"/>
          </a:p>
        </p:txBody>
      </p:sp>
    </p:spTree>
  </p:cSld>
  <p:clrMapOvr>
    <a:masterClrMapping/>
  </p:clrMapOvr>
  <p:transition>
    <p:fade/>
  </p:transition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сверху, альбомная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7"/>
          <p:cNvSpPr>
            <a:spLocks noGrp="1" noChangeAspect="1"/>
          </p:cNvSpPr>
          <p:nvPr>
            <p:ph type="pic" sz="quarter" idx="11"/>
          </p:nvPr>
        </p:nvSpPr>
        <p:spPr>
          <a:xfrm>
            <a:off x="4663440" y="3403823"/>
            <a:ext cx="4023360" cy="3017520"/>
          </a:xfrm>
          <a:prstGeom prst="rect">
            <a:avLst/>
          </a:prstGeo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vert="horz"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342900" indent="-342900" algn="ctr" eaLnBrk="1" latinLnBrk="0" hangingPunct="1"/>
            <a:r>
              <a:rPr lang="ru-RU" dirty="0" smtClean="0"/>
              <a:t>Вставка рисунка</a:t>
            </a:r>
            <a:endParaRPr dirty="0"/>
          </a:p>
        </p:txBody>
      </p:sp>
      <p:sp>
        <p:nvSpPr>
          <p:cNvPr id="15" name="Rectangle 7"/>
          <p:cNvSpPr>
            <a:spLocks noGrp="1" noChangeAspect="1"/>
          </p:cNvSpPr>
          <p:nvPr>
            <p:ph type="pic" sz="quarter" idx="12"/>
          </p:nvPr>
        </p:nvSpPr>
        <p:spPr>
          <a:xfrm>
            <a:off x="457200" y="3403823"/>
            <a:ext cx="4023360" cy="3017520"/>
          </a:xfrm>
          <a:prstGeom prst="rect">
            <a:avLst/>
          </a:prstGeo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vert="horz"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342900" indent="-342900" algn="ctr" eaLnBrk="1" latinLnBrk="0" hangingPunct="1"/>
            <a:r>
              <a:rPr lang="ru-RU" dirty="0" smtClean="0"/>
              <a:t>Вставка рисунка</a:t>
            </a:r>
            <a:endParaRPr dirty="0"/>
          </a:p>
        </p:txBody>
      </p:sp>
      <p:sp>
        <p:nvSpPr>
          <p:cNvPr id="26" name="Rectangle 7"/>
          <p:cNvSpPr>
            <a:spLocks noGrp="1" noChangeAspect="1"/>
          </p:cNvSpPr>
          <p:nvPr>
            <p:ph type="pic" sz="quarter" idx="13"/>
          </p:nvPr>
        </p:nvSpPr>
        <p:spPr>
          <a:xfrm>
            <a:off x="4663440" y="228600"/>
            <a:ext cx="4023360" cy="3017520"/>
          </a:xfrm>
          <a:prstGeom prst="rect">
            <a:avLst/>
          </a:prstGeo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342900" indent="-342900" algn="ctr" eaLnBrk="1" latinLnBrk="0" hangingPunct="1"/>
            <a:r>
              <a:rPr lang="ru-RU" dirty="0" smtClean="0"/>
              <a:t>Вставка рисунка</a:t>
            </a:r>
            <a:endParaRPr dirty="0"/>
          </a:p>
        </p:txBody>
      </p:sp>
      <p:sp>
        <p:nvSpPr>
          <p:cNvPr id="27" name="Rectangle 11"/>
          <p:cNvSpPr>
            <a:spLocks noGrp="1"/>
          </p:cNvSpPr>
          <p:nvPr>
            <p:ph type="body" sz="quarter" idx="14" hasCustomPrompt="1"/>
          </p:nvPr>
        </p:nvSpPr>
        <p:spPr>
          <a:xfrm>
            <a:off x="457200" y="228600"/>
            <a:ext cx="4023360" cy="3017520"/>
          </a:xfrm>
        </p:spPr>
        <p:txBody>
          <a:bodyPr anchor="b" anchorCtr="0">
            <a:noAutofit/>
          </a:bodyPr>
          <a:lstStyle>
            <a:lvl1pPr marL="0" marR="0" indent="0" algn="l" rtl="0" eaLnBrk="1" latinLnBrk="0" hangingPunct="1">
              <a:spcBef>
                <a:spcPct val="20000"/>
              </a:spcBef>
              <a:buFontTx/>
              <a:buNone/>
              <a:defRPr kumimoji="0" lang="ru-RU" sz="1800" i="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lvl="0"/>
            <a:r>
              <a:rPr kumimoji="0" lang="ru-RU"/>
              <a:t>Надпись</a:t>
            </a:r>
          </a:p>
        </p:txBody>
      </p:sp>
      <p:sp>
        <p:nvSpPr>
          <p:cNvPr id="6" name="Rectangle 5"/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fld id="{F30C84A2-23CF-44F5-B813-5187ED5C7D1C}" type="datetimeFigureOut">
              <a:rPr kumimoji="0" lang="ru-RU" sz="1200">
                <a:solidFill>
                  <a:schemeClr val="tx2"/>
                </a:solidFill>
              </a:rPr>
              <a:pPr/>
              <a:t>17.11.2021</a:t>
            </a:fld>
            <a:endParaRPr kumimoji="0" lang="ru-RU" dirty="0"/>
          </a:p>
        </p:txBody>
      </p:sp>
      <p:sp>
        <p:nvSpPr>
          <p:cNvPr id="7" name="Rectangle 6"/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pPr algn="r"/>
            <a:fld id="{F99EC173-99AE-4773-AB25-02E469A13EAE}" type="slidenum">
              <a:rPr kumimoji="0" lang="ru-RU" sz="1200">
                <a:solidFill>
                  <a:schemeClr val="tx2"/>
                </a:solidFill>
              </a:rPr>
              <a:pPr algn="r"/>
              <a:t>‹#›</a:t>
            </a:fld>
            <a:endParaRPr kumimoji="0" lang="ru-RU" dirty="0"/>
          </a:p>
        </p:txBody>
      </p:sp>
      <p:sp>
        <p:nvSpPr>
          <p:cNvPr id="8" name="Rectangle 7"/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kumimoji="0" lang="ru-RU" dirty="0"/>
          </a:p>
        </p:txBody>
      </p:sp>
    </p:spTree>
  </p:cSld>
  <p:clrMapOvr>
    <a:masterClrMapping/>
  </p:clrMapOvr>
  <p:transition>
    <p:fade/>
  </p:transition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сверху, смешанна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spect="1"/>
          </p:cNvSpPr>
          <p:nvPr>
            <p:ph type="pic" sz="quarter" idx="11"/>
          </p:nvPr>
        </p:nvSpPr>
        <p:spPr>
          <a:xfrm>
            <a:off x="5067300" y="3436620"/>
            <a:ext cx="3649900" cy="2889504"/>
          </a:xfr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1588" algn="ctr" eaLnBrk="1" latinLnBrk="0" hangingPunct="1"/>
            <a:r>
              <a:rPr lang="ru-RU" dirty="0" smtClean="0"/>
              <a:t>Вставка рисунка</a:t>
            </a:r>
            <a:endParaRPr dirty="0"/>
          </a:p>
        </p:txBody>
      </p:sp>
      <p:sp>
        <p:nvSpPr>
          <p:cNvPr id="29" name="Rectangle 7"/>
          <p:cNvSpPr>
            <a:spLocks noGrp="1" noChangeAspect="1"/>
          </p:cNvSpPr>
          <p:nvPr>
            <p:ph type="pic" sz="quarter" idx="12"/>
          </p:nvPr>
        </p:nvSpPr>
        <p:spPr>
          <a:xfrm>
            <a:off x="426720" y="384048"/>
            <a:ext cx="4457700" cy="5943600"/>
          </a:xfr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1588" algn="ctr" eaLnBrk="1" latinLnBrk="0" hangingPunct="1"/>
            <a:r>
              <a:rPr lang="ru-RU" dirty="0" smtClean="0"/>
              <a:t>Вставка рисунка</a:t>
            </a:r>
            <a:endParaRPr dirty="0"/>
          </a:p>
        </p:txBody>
      </p:sp>
      <p:sp>
        <p:nvSpPr>
          <p:cNvPr id="10" name="Rectangle 7"/>
          <p:cNvSpPr>
            <a:spLocks noGrp="1" noChangeAspect="1"/>
          </p:cNvSpPr>
          <p:nvPr>
            <p:ph type="pic" sz="quarter" idx="13"/>
          </p:nvPr>
        </p:nvSpPr>
        <p:spPr>
          <a:xfrm>
            <a:off x="5067300" y="389332"/>
            <a:ext cx="3657600" cy="2887269"/>
          </a:xfr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1588" algn="ctr" eaLnBrk="1" latinLnBrk="0" hangingPunct="1"/>
            <a:r>
              <a:rPr lang="ru-RU" dirty="0" smtClean="0"/>
              <a:t>Вставка рисунка</a:t>
            </a:r>
            <a:endParaRPr dirty="0"/>
          </a:p>
        </p:txBody>
      </p:sp>
      <p:sp>
        <p:nvSpPr>
          <p:cNvPr id="5" name="Rectangle 4"/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F30C84A2-23CF-44F5-B813-5187ED5C7D1C}" type="datetimeFigureOut">
              <a:rPr kumimoji="0" lang="ru-RU" sz="1200">
                <a:solidFill>
                  <a:schemeClr val="tx2"/>
                </a:solidFill>
              </a:rPr>
              <a:pPr/>
              <a:t>17.11.2021</a:t>
            </a:fld>
            <a:endParaRPr kumimoji="0" lang="ru-RU" dirty="0"/>
          </a:p>
        </p:txBody>
      </p:sp>
      <p:sp>
        <p:nvSpPr>
          <p:cNvPr id="6" name="Rectangle 5"/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pPr algn="r"/>
            <a:fld id="{F99EC173-99AE-4773-AB25-02E469A13EAE}" type="slidenum">
              <a:rPr kumimoji="0" lang="ru-RU" sz="1200">
                <a:solidFill>
                  <a:schemeClr val="tx2"/>
                </a:solidFill>
              </a:rPr>
              <a:pPr algn="r"/>
              <a:t>‹#›</a:t>
            </a:fld>
            <a:endParaRPr kumimoji="0" lang="ru-RU" dirty="0"/>
          </a:p>
        </p:txBody>
      </p:sp>
      <p:sp>
        <p:nvSpPr>
          <p:cNvPr id="8" name="Rectangle 7"/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endParaRPr kumimoji="0" lang="ru-RU" dirty="0"/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4 сверху, книжная с подписям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Rectangle 7"/>
          <p:cNvSpPr>
            <a:spLocks noGrp="1"/>
          </p:cNvSpPr>
          <p:nvPr>
            <p:ph type="pic" sz="quarter" idx="14"/>
          </p:nvPr>
        </p:nvSpPr>
        <p:spPr>
          <a:xfrm>
            <a:off x="2229297" y="228600"/>
            <a:ext cx="2285214" cy="2971800"/>
          </a:xfrm>
          <a:prstGeom prst="rect">
            <a:avLst/>
          </a:prstGeo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0" algn="ctr" eaLnBrk="1" latinLnBrk="0" hangingPunct="1"/>
            <a:r>
              <a:rPr lang="ru-RU" dirty="0" smtClean="0"/>
              <a:t>Вставка рисунка</a:t>
            </a:r>
            <a:endParaRPr dirty="0"/>
          </a:p>
        </p:txBody>
      </p:sp>
      <p:sp>
        <p:nvSpPr>
          <p:cNvPr id="3" name="Rectangle 7"/>
          <p:cNvSpPr>
            <a:spLocks noGrp="1"/>
          </p:cNvSpPr>
          <p:nvPr>
            <p:ph type="pic" sz="quarter" idx="26"/>
          </p:nvPr>
        </p:nvSpPr>
        <p:spPr>
          <a:xfrm>
            <a:off x="2229297" y="3365392"/>
            <a:ext cx="2285214" cy="2971800"/>
          </a:xfrm>
          <a:prstGeom prst="rect">
            <a:avLst/>
          </a:prstGeo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0" algn="ctr" eaLnBrk="1" latinLnBrk="0" hangingPunct="1"/>
            <a:r>
              <a:rPr lang="ru-RU" dirty="0" smtClean="0"/>
              <a:t>Вставка рисунка</a:t>
            </a:r>
            <a:endParaRPr dirty="0"/>
          </a:p>
        </p:txBody>
      </p:sp>
      <p:sp>
        <p:nvSpPr>
          <p:cNvPr id="10" name="Rectangle 7"/>
          <p:cNvSpPr>
            <a:spLocks noGrp="1" noChangeAspect="1"/>
          </p:cNvSpPr>
          <p:nvPr>
            <p:ph type="pic" sz="quarter" idx="25"/>
          </p:nvPr>
        </p:nvSpPr>
        <p:spPr>
          <a:xfrm>
            <a:off x="4672217" y="228600"/>
            <a:ext cx="2286000" cy="2971800"/>
          </a:xfrm>
          <a:prstGeom prst="rect">
            <a:avLst/>
          </a:prstGeo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0" algn="ctr" eaLnBrk="1" latinLnBrk="0" hangingPunct="1"/>
            <a:r>
              <a:rPr lang="ru-RU" dirty="0" smtClean="0"/>
              <a:t>Вставка рисунка</a:t>
            </a:r>
            <a:endParaRPr dirty="0"/>
          </a:p>
        </p:txBody>
      </p:sp>
      <p:sp>
        <p:nvSpPr>
          <p:cNvPr id="27" name="Rectangle 7"/>
          <p:cNvSpPr>
            <a:spLocks noGrp="1"/>
          </p:cNvSpPr>
          <p:nvPr>
            <p:ph type="pic" sz="quarter" idx="27"/>
          </p:nvPr>
        </p:nvSpPr>
        <p:spPr>
          <a:xfrm>
            <a:off x="4667697" y="3365392"/>
            <a:ext cx="2285214" cy="2971800"/>
          </a:xfrm>
          <a:prstGeom prst="rect">
            <a:avLst/>
          </a:prstGeo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0" algn="ctr" eaLnBrk="1" latinLnBrk="0" hangingPunct="1"/>
            <a:r>
              <a:rPr lang="ru-RU" dirty="0" smtClean="0"/>
              <a:t>Вставка рисунка</a:t>
            </a:r>
            <a:endParaRPr dirty="0"/>
          </a:p>
        </p:txBody>
      </p:sp>
      <p:sp>
        <p:nvSpPr>
          <p:cNvPr id="6" name="Rectangle 7"/>
          <p:cNvSpPr>
            <a:spLocks noGrp="1"/>
          </p:cNvSpPr>
          <p:nvPr>
            <p:ph type="body" sz="quarter" idx="16" hasCustomPrompt="1"/>
          </p:nvPr>
        </p:nvSpPr>
        <p:spPr>
          <a:xfrm>
            <a:off x="400497" y="1295400"/>
            <a:ext cx="1676400" cy="1905000"/>
          </a:xfrm>
        </p:spPr>
        <p:txBody>
          <a:bodyPr anchor="b" anchorCtr="0">
            <a:noAutofit/>
          </a:bodyPr>
          <a:lstStyle>
            <a:lvl1pPr marL="0" marR="0" indent="0" algn="r" rtl="0" eaLnBrk="1" latinLnBrk="0" hangingPunct="1">
              <a:spcBef>
                <a:spcPct val="20000"/>
              </a:spcBef>
              <a:buFontTx/>
              <a:buNone/>
              <a:defRPr kumimoji="0" lang="ru-RU" sz="16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lvl="0"/>
            <a:r>
              <a:rPr kumimoji="0" lang="ru-RU"/>
              <a:t>Надпись</a:t>
            </a:r>
          </a:p>
        </p:txBody>
      </p:sp>
      <p:sp>
        <p:nvSpPr>
          <p:cNvPr id="14" name="Rectangle 7"/>
          <p:cNvSpPr>
            <a:spLocks noGrp="1"/>
          </p:cNvSpPr>
          <p:nvPr>
            <p:ph type="body" sz="quarter" idx="29" hasCustomPrompt="1"/>
          </p:nvPr>
        </p:nvSpPr>
        <p:spPr>
          <a:xfrm>
            <a:off x="7086600" y="1295400"/>
            <a:ext cx="1676400" cy="1905000"/>
          </a:xfrm>
        </p:spPr>
        <p:txBody>
          <a:bodyPr anchor="b" anchorCtr="0"/>
          <a:lstStyle>
            <a:lvl1pPr marL="0" marR="0" indent="0" algn="l" eaLnBrk="1" latinLnBrk="0" hangingPunct="1">
              <a:buFontTx/>
              <a:buNone/>
              <a:defRPr kumimoji="0" lang="ru-RU" sz="1600" baseline="0"/>
            </a:lvl1pPr>
            <a:extLst/>
          </a:lstStyle>
          <a:p>
            <a:pPr lvl="0"/>
            <a:r>
              <a:rPr kumimoji="0" lang="ru-RU"/>
              <a:t>Надпись</a:t>
            </a:r>
          </a:p>
        </p:txBody>
      </p:sp>
      <p:sp>
        <p:nvSpPr>
          <p:cNvPr id="4" name="Rectangle 7"/>
          <p:cNvSpPr>
            <a:spLocks noGrp="1"/>
          </p:cNvSpPr>
          <p:nvPr>
            <p:ph type="body" sz="quarter" idx="28" hasCustomPrompt="1"/>
          </p:nvPr>
        </p:nvSpPr>
        <p:spPr>
          <a:xfrm>
            <a:off x="400497" y="3352800"/>
            <a:ext cx="1676400" cy="1905000"/>
          </a:xfrm>
        </p:spPr>
        <p:txBody>
          <a:bodyPr anchor="t" anchorCtr="0"/>
          <a:lstStyle>
            <a:lvl1pPr marL="0" marR="0" indent="0" algn="r" eaLnBrk="1" latinLnBrk="0" hangingPunct="1">
              <a:buFontTx/>
              <a:buNone/>
              <a:defRPr kumimoji="0" lang="ru-RU" sz="1600" baseline="0"/>
            </a:lvl1pPr>
            <a:extLst/>
          </a:lstStyle>
          <a:p>
            <a:pPr lvl="0"/>
            <a:r>
              <a:rPr kumimoji="0" lang="ru-RU"/>
              <a:t>Надпись</a:t>
            </a:r>
          </a:p>
        </p:txBody>
      </p:sp>
      <p:sp>
        <p:nvSpPr>
          <p:cNvPr id="13" name="Rectangle 7"/>
          <p:cNvSpPr>
            <a:spLocks noGrp="1"/>
          </p:cNvSpPr>
          <p:nvPr>
            <p:ph type="body" sz="quarter" idx="30" hasCustomPrompt="1"/>
          </p:nvPr>
        </p:nvSpPr>
        <p:spPr>
          <a:xfrm>
            <a:off x="7086600" y="3352800"/>
            <a:ext cx="1676400" cy="1905000"/>
          </a:xfrm>
        </p:spPr>
        <p:txBody>
          <a:bodyPr anchor="t" anchorCtr="0"/>
          <a:lstStyle>
            <a:lvl1pPr marL="0" marR="0" indent="0" algn="l" eaLnBrk="1" latinLnBrk="0" hangingPunct="1">
              <a:buFontTx/>
              <a:buNone/>
              <a:defRPr kumimoji="0" lang="ru-RU" sz="1600" baseline="0"/>
            </a:lvl1pPr>
            <a:extLst/>
          </a:lstStyle>
          <a:p>
            <a:pPr lvl="0"/>
            <a:r>
              <a:rPr kumimoji="0" lang="ru-RU"/>
              <a:t>Надпись</a:t>
            </a:r>
          </a:p>
        </p:txBody>
      </p:sp>
      <p:sp>
        <p:nvSpPr>
          <p:cNvPr id="11" name="Rectangle 10"/>
          <p:cNvSpPr>
            <a:spLocks noGrp="1"/>
          </p:cNvSpPr>
          <p:nvPr>
            <p:ph type="dt" sz="half" idx="31"/>
          </p:nvPr>
        </p:nvSpPr>
        <p:spPr/>
        <p:txBody>
          <a:bodyPr/>
          <a:lstStyle/>
          <a:p>
            <a:fld id="{F30C84A2-23CF-44F5-B813-5187ED5C7D1C}" type="datetimeFigureOut">
              <a:rPr kumimoji="0" lang="ru-RU" sz="1200">
                <a:solidFill>
                  <a:schemeClr val="tx2"/>
                </a:solidFill>
              </a:rPr>
              <a:pPr/>
              <a:t>17.11.2021</a:t>
            </a:fld>
            <a:endParaRPr kumimoji="0" lang="ru-RU" dirty="0"/>
          </a:p>
        </p:txBody>
      </p:sp>
      <p:sp>
        <p:nvSpPr>
          <p:cNvPr id="12" name="Rectangle 11"/>
          <p:cNvSpPr>
            <a:spLocks noGrp="1"/>
          </p:cNvSpPr>
          <p:nvPr>
            <p:ph type="sldNum" sz="quarter" idx="32"/>
          </p:nvPr>
        </p:nvSpPr>
        <p:spPr/>
        <p:txBody>
          <a:bodyPr/>
          <a:lstStyle/>
          <a:p>
            <a:pPr algn="r"/>
            <a:fld id="{F99EC173-99AE-4773-AB25-02E469A13EAE}" type="slidenum">
              <a:rPr kumimoji="0" lang="ru-RU" sz="1200">
                <a:solidFill>
                  <a:schemeClr val="tx2"/>
                </a:solidFill>
              </a:rPr>
              <a:pPr algn="r"/>
              <a:t>‹#›</a:t>
            </a:fld>
            <a:endParaRPr kumimoji="0" lang="ru-RU" dirty="0"/>
          </a:p>
        </p:txBody>
      </p:sp>
      <p:sp>
        <p:nvSpPr>
          <p:cNvPr id="15" name="Rectangle 14"/>
          <p:cNvSpPr>
            <a:spLocks noGrp="1"/>
          </p:cNvSpPr>
          <p:nvPr>
            <p:ph type="ftr" sz="quarter" idx="33"/>
          </p:nvPr>
        </p:nvSpPr>
        <p:spPr/>
        <p:txBody>
          <a:bodyPr/>
          <a:lstStyle/>
          <a:p>
            <a:endParaRPr kumimoji="0" lang="ru-RU" dirty="0"/>
          </a:p>
        </p:txBody>
      </p:sp>
    </p:spTree>
  </p:cSld>
  <p:clrMapOvr>
    <a:masterClrMapping/>
  </p:clrMapOvr>
  <p:transition>
    <p:fade/>
  </p:transition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4 сверху, альбомная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7"/>
          <p:cNvSpPr>
            <a:spLocks noGrp="1"/>
          </p:cNvSpPr>
          <p:nvPr>
            <p:ph type="pic" sz="quarter" idx="14"/>
          </p:nvPr>
        </p:nvSpPr>
        <p:spPr>
          <a:xfrm>
            <a:off x="926821" y="533400"/>
            <a:ext cx="3653297" cy="2743200"/>
          </a:xfrm>
          <a:prstGeom prst="rect">
            <a:avLst/>
          </a:prstGeo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0" algn="ctr" eaLnBrk="1" latinLnBrk="0" hangingPunct="1"/>
            <a:r>
              <a:rPr lang="ru-RU" dirty="0" smtClean="0"/>
              <a:t>Вставка рисунка</a:t>
            </a:r>
            <a:endParaRPr dirty="0"/>
          </a:p>
        </p:txBody>
      </p:sp>
      <p:sp>
        <p:nvSpPr>
          <p:cNvPr id="8" name="Rectangle 7"/>
          <p:cNvSpPr>
            <a:spLocks noGrp="1"/>
          </p:cNvSpPr>
          <p:nvPr>
            <p:ph type="body" sz="quarter" idx="16" hasCustomPrompt="1"/>
          </p:nvPr>
        </p:nvSpPr>
        <p:spPr>
          <a:xfrm>
            <a:off x="926821" y="6172200"/>
            <a:ext cx="3657600" cy="304800"/>
          </a:xfrm>
        </p:spPr>
        <p:txBody>
          <a:bodyPr lIns="9144" anchor="t" anchorCtr="0"/>
          <a:lstStyle>
            <a:lvl1pPr marL="0" marR="0" indent="0" algn="l" eaLnBrk="1" latinLnBrk="0" hangingPunct="1">
              <a:buFontTx/>
              <a:buNone/>
              <a:defRPr kumimoji="0" lang="ru-RU" sz="1600" baseline="0"/>
            </a:lvl1pPr>
            <a:extLst/>
          </a:lstStyle>
          <a:p>
            <a:pPr lvl="0"/>
            <a:r>
              <a:rPr kumimoji="0" lang="ru-RU"/>
              <a:t>Надпись</a:t>
            </a:r>
          </a:p>
        </p:txBody>
      </p:sp>
      <p:sp>
        <p:nvSpPr>
          <p:cNvPr id="9" name="Rectangle 7"/>
          <p:cNvSpPr>
            <a:spLocks noGrp="1"/>
          </p:cNvSpPr>
          <p:nvPr>
            <p:ph type="pic" sz="quarter" idx="17"/>
          </p:nvPr>
        </p:nvSpPr>
        <p:spPr>
          <a:xfrm>
            <a:off x="4660621" y="533400"/>
            <a:ext cx="3657600" cy="2743200"/>
          </a:xfrm>
          <a:prstGeom prst="rect">
            <a:avLst/>
          </a:prstGeo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0" algn="ctr" eaLnBrk="1" latinLnBrk="0" hangingPunct="1"/>
            <a:r>
              <a:rPr lang="ru-RU" dirty="0" smtClean="0"/>
              <a:t>Вставка рисунка</a:t>
            </a:r>
            <a:endParaRPr dirty="0"/>
          </a:p>
        </p:txBody>
      </p:sp>
      <p:sp>
        <p:nvSpPr>
          <p:cNvPr id="6" name="Rectangle 7"/>
          <p:cNvSpPr>
            <a:spLocks noGrp="1"/>
          </p:cNvSpPr>
          <p:nvPr>
            <p:ph type="pic" sz="quarter" idx="18"/>
          </p:nvPr>
        </p:nvSpPr>
        <p:spPr>
          <a:xfrm>
            <a:off x="926821" y="3352800"/>
            <a:ext cx="3657600" cy="2743200"/>
          </a:xfrm>
          <a:prstGeom prst="rect">
            <a:avLst/>
          </a:prstGeo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0" algn="ctr" eaLnBrk="1" latinLnBrk="0" hangingPunct="1"/>
            <a:r>
              <a:rPr lang="ru-RU" dirty="0" smtClean="0"/>
              <a:t>Вставка рисунка</a:t>
            </a:r>
            <a:endParaRPr dirty="0"/>
          </a:p>
        </p:txBody>
      </p:sp>
      <p:sp>
        <p:nvSpPr>
          <p:cNvPr id="14" name="Rectangle 7"/>
          <p:cNvSpPr>
            <a:spLocks noGrp="1"/>
          </p:cNvSpPr>
          <p:nvPr>
            <p:ph type="pic" sz="quarter" idx="19"/>
          </p:nvPr>
        </p:nvSpPr>
        <p:spPr>
          <a:xfrm>
            <a:off x="4660621" y="3352800"/>
            <a:ext cx="3657600" cy="2743200"/>
          </a:xfrm>
          <a:prstGeom prst="rect">
            <a:avLst/>
          </a:prstGeo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0" algn="ctr" eaLnBrk="1" latinLnBrk="0" hangingPunct="1"/>
            <a:r>
              <a:rPr lang="ru-RU" dirty="0" smtClean="0"/>
              <a:t>Вставка рисунка</a:t>
            </a:r>
            <a:endParaRPr dirty="0"/>
          </a:p>
        </p:txBody>
      </p:sp>
      <p:sp>
        <p:nvSpPr>
          <p:cNvPr id="4" name="Rectangle 7"/>
          <p:cNvSpPr>
            <a:spLocks noGrp="1"/>
          </p:cNvSpPr>
          <p:nvPr>
            <p:ph type="body" sz="quarter" idx="22" hasCustomPrompt="1"/>
          </p:nvPr>
        </p:nvSpPr>
        <p:spPr>
          <a:xfrm>
            <a:off x="926821" y="152400"/>
            <a:ext cx="3657600" cy="304800"/>
          </a:xfrm>
        </p:spPr>
        <p:txBody>
          <a:bodyPr lIns="9144" anchor="t" anchorCtr="0"/>
          <a:lstStyle>
            <a:lvl1pPr marL="0" marR="0" indent="0" algn="l" eaLnBrk="1" latinLnBrk="0" hangingPunct="1">
              <a:buFontTx/>
              <a:buNone/>
              <a:defRPr kumimoji="0" lang="ru-RU" sz="1600" baseline="0"/>
            </a:lvl1pPr>
            <a:extLst/>
          </a:lstStyle>
          <a:p>
            <a:pPr lvl="0"/>
            <a:r>
              <a:rPr kumimoji="0" lang="ru-RU"/>
              <a:t>Надпись</a:t>
            </a:r>
          </a:p>
        </p:txBody>
      </p:sp>
      <p:sp>
        <p:nvSpPr>
          <p:cNvPr id="18" name="Rectangle 7"/>
          <p:cNvSpPr>
            <a:spLocks noGrp="1"/>
          </p:cNvSpPr>
          <p:nvPr>
            <p:ph type="body" sz="quarter" idx="23" hasCustomPrompt="1"/>
          </p:nvPr>
        </p:nvSpPr>
        <p:spPr>
          <a:xfrm>
            <a:off x="4660621" y="6172200"/>
            <a:ext cx="3657600" cy="304800"/>
          </a:xfrm>
        </p:spPr>
        <p:txBody>
          <a:bodyPr lIns="9144" anchor="t" anchorCtr="0"/>
          <a:lstStyle>
            <a:lvl1pPr marL="0" marR="0" indent="0" algn="l" eaLnBrk="1" latinLnBrk="0" hangingPunct="1">
              <a:buFontTx/>
              <a:buNone/>
              <a:defRPr kumimoji="0" lang="ru-RU" sz="1600" baseline="0"/>
            </a:lvl1pPr>
            <a:extLst/>
          </a:lstStyle>
          <a:p>
            <a:pPr lvl="0"/>
            <a:r>
              <a:rPr kumimoji="0" lang="ru-RU"/>
              <a:t>Надпись</a:t>
            </a:r>
          </a:p>
        </p:txBody>
      </p:sp>
      <p:sp>
        <p:nvSpPr>
          <p:cNvPr id="16" name="Rectangle 7"/>
          <p:cNvSpPr>
            <a:spLocks noGrp="1"/>
          </p:cNvSpPr>
          <p:nvPr>
            <p:ph type="body" sz="quarter" idx="24" hasCustomPrompt="1"/>
          </p:nvPr>
        </p:nvSpPr>
        <p:spPr>
          <a:xfrm>
            <a:off x="4660621" y="152400"/>
            <a:ext cx="3657600" cy="304800"/>
          </a:xfrm>
        </p:spPr>
        <p:txBody>
          <a:bodyPr lIns="9144" anchor="t" anchorCtr="0"/>
          <a:lstStyle>
            <a:lvl1pPr marL="0" marR="0" indent="0" algn="l" eaLnBrk="1" latinLnBrk="0" hangingPunct="1">
              <a:buFontTx/>
              <a:buNone/>
              <a:defRPr kumimoji="0" lang="ru-RU" sz="1600" baseline="0"/>
            </a:lvl1pPr>
            <a:extLst/>
          </a:lstStyle>
          <a:p>
            <a:pPr lvl="0"/>
            <a:r>
              <a:rPr kumimoji="0" lang="ru-RU"/>
              <a:t>Надпись</a:t>
            </a:r>
          </a:p>
        </p:txBody>
      </p:sp>
      <p:sp>
        <p:nvSpPr>
          <p:cNvPr id="10" name="Rectangle 9"/>
          <p:cNvSpPr>
            <a:spLocks noGrp="1"/>
          </p:cNvSpPr>
          <p:nvPr>
            <p:ph type="dt" sz="half" idx="25"/>
          </p:nvPr>
        </p:nvSpPr>
        <p:spPr/>
        <p:txBody>
          <a:bodyPr/>
          <a:lstStyle/>
          <a:p>
            <a:fld id="{F30C84A2-23CF-44F5-B813-5187ED5C7D1C}" type="datetimeFigureOut">
              <a:rPr kumimoji="0" lang="ru-RU" sz="1200">
                <a:solidFill>
                  <a:schemeClr val="tx2"/>
                </a:solidFill>
              </a:rPr>
              <a:pPr/>
              <a:t>17.11.2021</a:t>
            </a:fld>
            <a:endParaRPr kumimoji="0" lang="ru-RU" dirty="0"/>
          </a:p>
        </p:txBody>
      </p:sp>
      <p:sp>
        <p:nvSpPr>
          <p:cNvPr id="11" name="Rectangle 10"/>
          <p:cNvSpPr>
            <a:spLocks noGrp="1"/>
          </p:cNvSpPr>
          <p:nvPr>
            <p:ph type="sldNum" sz="quarter" idx="26"/>
          </p:nvPr>
        </p:nvSpPr>
        <p:spPr/>
        <p:txBody>
          <a:bodyPr/>
          <a:lstStyle/>
          <a:p>
            <a:pPr algn="r"/>
            <a:fld id="{F99EC173-99AE-4773-AB25-02E469A13EAE}" type="slidenum">
              <a:rPr kumimoji="0" lang="ru-RU" sz="1200">
                <a:solidFill>
                  <a:schemeClr val="tx2"/>
                </a:solidFill>
              </a:rPr>
              <a:pPr algn="r"/>
              <a:t>‹#›</a:t>
            </a:fld>
            <a:endParaRPr kumimoji="0" lang="ru-RU" dirty="0"/>
          </a:p>
        </p:txBody>
      </p:sp>
      <p:sp>
        <p:nvSpPr>
          <p:cNvPr id="12" name="Rectangle 11"/>
          <p:cNvSpPr>
            <a:spLocks noGrp="1"/>
          </p:cNvSpPr>
          <p:nvPr>
            <p:ph type="ftr" sz="quarter" idx="27"/>
          </p:nvPr>
        </p:nvSpPr>
        <p:spPr/>
        <p:txBody>
          <a:bodyPr/>
          <a:lstStyle/>
          <a:p>
            <a:endParaRPr kumimoji="0" lang="ru-RU" dirty="0"/>
          </a:p>
        </p:txBody>
      </p:sp>
    </p:spTree>
  </p:cSld>
  <p:clrMapOvr>
    <a:masterClrMapping/>
  </p:clrMapOvr>
  <p:transition>
    <p:fade/>
  </p:transition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4 сверху, книжная с большой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Rectangle 7"/>
          <p:cNvSpPr>
            <a:spLocks noGrp="1"/>
          </p:cNvSpPr>
          <p:nvPr>
            <p:ph type="pic" sz="quarter" idx="14"/>
          </p:nvPr>
        </p:nvSpPr>
        <p:spPr>
          <a:xfrm>
            <a:off x="152400" y="1524000"/>
            <a:ext cx="2106985" cy="2809311"/>
          </a:xfrm>
          <a:prstGeom prst="rect">
            <a:avLst/>
          </a:prstGeo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0" algn="ctr" eaLnBrk="1" latinLnBrk="0" hangingPunct="1"/>
            <a:r>
              <a:rPr lang="ru-RU" dirty="0" smtClean="0"/>
              <a:t>Вставка рисунка</a:t>
            </a:r>
            <a:endParaRPr dirty="0"/>
          </a:p>
        </p:txBody>
      </p:sp>
      <p:sp>
        <p:nvSpPr>
          <p:cNvPr id="30" name="Rectangle 7"/>
          <p:cNvSpPr>
            <a:spLocks noGrp="1"/>
          </p:cNvSpPr>
          <p:nvPr>
            <p:ph type="pic" sz="quarter" idx="31"/>
          </p:nvPr>
        </p:nvSpPr>
        <p:spPr>
          <a:xfrm>
            <a:off x="4546600" y="1524000"/>
            <a:ext cx="2106985" cy="2809311"/>
          </a:xfrm>
          <a:prstGeom prst="rect">
            <a:avLst/>
          </a:prstGeo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0" algn="ctr" eaLnBrk="1" latinLnBrk="0" hangingPunct="1"/>
            <a:r>
              <a:rPr lang="ru-RU" dirty="0" smtClean="0"/>
              <a:t>Вставка рисунка</a:t>
            </a:r>
            <a:endParaRPr dirty="0"/>
          </a:p>
        </p:txBody>
      </p:sp>
      <p:sp>
        <p:nvSpPr>
          <p:cNvPr id="7" name="Rectangle 7"/>
          <p:cNvSpPr>
            <a:spLocks noGrp="1"/>
          </p:cNvSpPr>
          <p:nvPr>
            <p:ph type="pic" sz="quarter" idx="30"/>
          </p:nvPr>
        </p:nvSpPr>
        <p:spPr>
          <a:xfrm>
            <a:off x="2349060" y="1524000"/>
            <a:ext cx="2106985" cy="2809311"/>
          </a:xfrm>
          <a:prstGeom prst="rect">
            <a:avLst/>
          </a:prstGeo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0" algn="ctr" eaLnBrk="1" latinLnBrk="0" hangingPunct="1"/>
            <a:r>
              <a:rPr lang="ru-RU" dirty="0" smtClean="0"/>
              <a:t>Вставка рисунка</a:t>
            </a:r>
            <a:endParaRPr dirty="0"/>
          </a:p>
        </p:txBody>
      </p:sp>
      <p:sp>
        <p:nvSpPr>
          <p:cNvPr id="29" name="Rectangle 7"/>
          <p:cNvSpPr>
            <a:spLocks noGrp="1"/>
          </p:cNvSpPr>
          <p:nvPr>
            <p:ph type="pic" sz="quarter" idx="32"/>
          </p:nvPr>
        </p:nvSpPr>
        <p:spPr>
          <a:xfrm>
            <a:off x="6740166" y="1524000"/>
            <a:ext cx="2106985" cy="2809311"/>
          </a:xfrm>
          <a:prstGeom prst="rect">
            <a:avLst/>
          </a:prstGeo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0" algn="ctr" eaLnBrk="1" latinLnBrk="0" hangingPunct="1"/>
            <a:r>
              <a:rPr lang="ru-RU" dirty="0" smtClean="0"/>
              <a:t>Вставка рисунка</a:t>
            </a:r>
            <a:endParaRPr dirty="0"/>
          </a:p>
        </p:txBody>
      </p:sp>
      <p:sp>
        <p:nvSpPr>
          <p:cNvPr id="24" name="Rectangle 7"/>
          <p:cNvSpPr>
            <a:spLocks noGrp="1"/>
          </p:cNvSpPr>
          <p:nvPr>
            <p:ph type="body" sz="quarter" idx="29" hasCustomPrompt="1"/>
          </p:nvPr>
        </p:nvSpPr>
        <p:spPr>
          <a:xfrm>
            <a:off x="152400" y="4495800"/>
            <a:ext cx="8763000" cy="1905000"/>
          </a:xfrm>
        </p:spPr>
        <p:txBody>
          <a:bodyPr anchor="t" anchorCtr="0"/>
          <a:lstStyle>
            <a:lvl1pPr marL="0" marR="0" indent="0" algn="l" eaLnBrk="1" latinLnBrk="0" hangingPunct="1">
              <a:buFontTx/>
              <a:buNone/>
              <a:defRPr kumimoji="0" lang="ru-RU" sz="2400" baseline="0"/>
            </a:lvl1pPr>
            <a:extLst/>
          </a:lstStyle>
          <a:p>
            <a:pPr lvl="0"/>
            <a:r>
              <a:rPr kumimoji="0" lang="ru-RU"/>
              <a:t>Надпись</a:t>
            </a:r>
          </a:p>
        </p:txBody>
      </p:sp>
      <p:sp>
        <p:nvSpPr>
          <p:cNvPr id="8" name="Rectangle 7"/>
          <p:cNvSpPr>
            <a:spLocks noGrp="1"/>
          </p:cNvSpPr>
          <p:nvPr>
            <p:ph type="dt" sz="half" idx="33"/>
          </p:nvPr>
        </p:nvSpPr>
        <p:spPr/>
        <p:txBody>
          <a:bodyPr/>
          <a:lstStyle/>
          <a:p>
            <a:fld id="{F30C84A2-23CF-44F5-B813-5187ED5C7D1C}" type="datetimeFigureOut">
              <a:rPr kumimoji="0" lang="ru-RU" sz="1200">
                <a:solidFill>
                  <a:schemeClr val="tx2"/>
                </a:solidFill>
              </a:rPr>
              <a:pPr/>
              <a:t>17.11.2021</a:t>
            </a:fld>
            <a:endParaRPr kumimoji="0" lang="ru-RU" dirty="0"/>
          </a:p>
        </p:txBody>
      </p:sp>
      <p:sp>
        <p:nvSpPr>
          <p:cNvPr id="9" name="Rectangle 8"/>
          <p:cNvSpPr>
            <a:spLocks noGrp="1"/>
          </p:cNvSpPr>
          <p:nvPr>
            <p:ph type="sldNum" sz="quarter" idx="34"/>
          </p:nvPr>
        </p:nvSpPr>
        <p:spPr/>
        <p:txBody>
          <a:bodyPr/>
          <a:lstStyle/>
          <a:p>
            <a:pPr algn="r"/>
            <a:fld id="{F99EC173-99AE-4773-AB25-02E469A13EAE}" type="slidenum">
              <a:rPr kumimoji="0" lang="ru-RU" sz="1200">
                <a:solidFill>
                  <a:schemeClr val="tx2"/>
                </a:solidFill>
              </a:rPr>
              <a:pPr algn="r"/>
              <a:t>‹#›</a:t>
            </a:fld>
            <a:endParaRPr kumimoji="0" lang="ru-RU" dirty="0"/>
          </a:p>
        </p:txBody>
      </p:sp>
      <p:sp>
        <p:nvSpPr>
          <p:cNvPr id="10" name="Rectangle 9"/>
          <p:cNvSpPr>
            <a:spLocks noGrp="1"/>
          </p:cNvSpPr>
          <p:nvPr>
            <p:ph type="ftr" sz="quarter" idx="35"/>
          </p:nvPr>
        </p:nvSpPr>
        <p:spPr/>
        <p:txBody>
          <a:bodyPr/>
          <a:lstStyle/>
          <a:p>
            <a:endParaRPr kumimoji="0" lang="ru-RU" dirty="0"/>
          </a:p>
        </p:txBody>
      </p:sp>
    </p:spTree>
  </p:cSld>
  <p:clrMapOvr>
    <a:masterClrMapping/>
  </p:clrMapOvr>
  <p:transition>
    <p:fade/>
  </p:transition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4 сверху: 1 книжная и 3 альбомных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Rectangle 7"/>
          <p:cNvSpPr>
            <a:spLocks noGrp="1"/>
          </p:cNvSpPr>
          <p:nvPr>
            <p:ph type="pic" sz="quarter" idx="14"/>
          </p:nvPr>
        </p:nvSpPr>
        <p:spPr>
          <a:xfrm>
            <a:off x="685800" y="257665"/>
            <a:ext cx="4617720" cy="6172200"/>
          </a:xfrm>
          <a:prstGeom prst="rect">
            <a:avLst/>
          </a:prstGeo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0" algn="ctr" eaLnBrk="1" latinLnBrk="0" hangingPunct="1"/>
            <a:r>
              <a:rPr lang="ru-RU" dirty="0" smtClean="0"/>
              <a:t>Вставка рисунка</a:t>
            </a:r>
            <a:endParaRPr dirty="0"/>
          </a:p>
        </p:txBody>
      </p:sp>
      <p:sp>
        <p:nvSpPr>
          <p:cNvPr id="4" name="Rectangle 7"/>
          <p:cNvSpPr>
            <a:spLocks noGrp="1" noChangeAspect="1"/>
          </p:cNvSpPr>
          <p:nvPr>
            <p:ph type="pic" sz="quarter" idx="18"/>
          </p:nvPr>
        </p:nvSpPr>
        <p:spPr>
          <a:xfrm>
            <a:off x="5788848" y="257665"/>
            <a:ext cx="2438402" cy="1828800"/>
          </a:xfrm>
          <a:prstGeom prst="rect">
            <a:avLst/>
          </a:prstGeo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0" algn="ctr" eaLnBrk="1" latinLnBrk="0" hangingPunct="1"/>
            <a:r>
              <a:rPr lang="ru-RU" dirty="0" smtClean="0"/>
              <a:t>Вставка рисунка</a:t>
            </a:r>
            <a:endParaRPr dirty="0"/>
          </a:p>
        </p:txBody>
      </p:sp>
      <p:sp>
        <p:nvSpPr>
          <p:cNvPr id="6" name="Rectangle 7"/>
          <p:cNvSpPr>
            <a:spLocks noGrp="1" noChangeAspect="1"/>
          </p:cNvSpPr>
          <p:nvPr>
            <p:ph type="pic" sz="quarter" idx="22"/>
          </p:nvPr>
        </p:nvSpPr>
        <p:spPr>
          <a:xfrm>
            <a:off x="5788848" y="2432657"/>
            <a:ext cx="2438402" cy="1828800"/>
          </a:xfrm>
          <a:prstGeom prst="rect">
            <a:avLst/>
          </a:prstGeo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0" algn="ctr" eaLnBrk="1" latinLnBrk="0" hangingPunct="1"/>
            <a:r>
              <a:rPr lang="ru-RU" dirty="0" smtClean="0"/>
              <a:t>Вставка рисунка</a:t>
            </a:r>
            <a:endParaRPr dirty="0"/>
          </a:p>
        </p:txBody>
      </p:sp>
      <p:sp>
        <p:nvSpPr>
          <p:cNvPr id="14" name="Rectangle 7"/>
          <p:cNvSpPr>
            <a:spLocks noGrp="1" noChangeAspect="1"/>
          </p:cNvSpPr>
          <p:nvPr>
            <p:ph type="pic" sz="quarter" idx="23"/>
          </p:nvPr>
        </p:nvSpPr>
        <p:spPr>
          <a:xfrm>
            <a:off x="5788848" y="4607649"/>
            <a:ext cx="2438402" cy="1828800"/>
          </a:xfrm>
          <a:prstGeom prst="rect">
            <a:avLst/>
          </a:prstGeo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0" algn="ctr" eaLnBrk="1" latinLnBrk="0" hangingPunct="1"/>
            <a:r>
              <a:rPr lang="ru-RU" dirty="0" smtClean="0"/>
              <a:t>Вставка рисунка</a:t>
            </a:r>
            <a:endParaRPr dirty="0"/>
          </a:p>
        </p:txBody>
      </p:sp>
      <p:sp>
        <p:nvSpPr>
          <p:cNvPr id="7" name="Rectangle 6"/>
          <p:cNvSpPr>
            <a:spLocks noGrp="1"/>
          </p:cNvSpPr>
          <p:nvPr>
            <p:ph type="dt" sz="half" idx="24"/>
          </p:nvPr>
        </p:nvSpPr>
        <p:spPr/>
        <p:txBody>
          <a:bodyPr/>
          <a:lstStyle/>
          <a:p>
            <a:fld id="{F30C84A2-23CF-44F5-B813-5187ED5C7D1C}" type="datetimeFigureOut">
              <a:rPr kumimoji="0" lang="ru-RU" sz="1200">
                <a:solidFill>
                  <a:schemeClr val="tx2"/>
                </a:solidFill>
              </a:rPr>
              <a:pPr/>
              <a:t>17.11.2021</a:t>
            </a:fld>
            <a:endParaRPr kumimoji="0" lang="ru-RU" dirty="0"/>
          </a:p>
        </p:txBody>
      </p:sp>
      <p:sp>
        <p:nvSpPr>
          <p:cNvPr id="8" name="Rectangle 7"/>
          <p:cNvSpPr>
            <a:spLocks noGrp="1"/>
          </p:cNvSpPr>
          <p:nvPr>
            <p:ph type="sldNum" sz="quarter" idx="25"/>
          </p:nvPr>
        </p:nvSpPr>
        <p:spPr/>
        <p:txBody>
          <a:bodyPr/>
          <a:lstStyle/>
          <a:p>
            <a:pPr algn="r"/>
            <a:fld id="{F99EC173-99AE-4773-AB25-02E469A13EAE}" type="slidenum">
              <a:rPr kumimoji="0" lang="ru-RU" sz="1200">
                <a:solidFill>
                  <a:schemeClr val="tx2"/>
                </a:solidFill>
              </a:rPr>
              <a:pPr algn="r"/>
              <a:t>‹#›</a:t>
            </a:fld>
            <a:endParaRPr kumimoji="0" lang="ru-RU" dirty="0"/>
          </a:p>
        </p:txBody>
      </p:sp>
      <p:sp>
        <p:nvSpPr>
          <p:cNvPr id="9" name="Rectangle 8"/>
          <p:cNvSpPr>
            <a:spLocks noGrp="1"/>
          </p:cNvSpPr>
          <p:nvPr>
            <p:ph type="ftr" sz="quarter" idx="26"/>
          </p:nvPr>
        </p:nvSpPr>
        <p:spPr/>
        <p:txBody>
          <a:bodyPr/>
          <a:lstStyle/>
          <a:p>
            <a:endParaRPr kumimoji="0" lang="ru-RU" dirty="0"/>
          </a:p>
        </p:txBody>
      </p:sp>
    </p:spTree>
  </p:cSld>
  <p:clrMapOvr>
    <a:masterClrMapping/>
  </p:clrMapOvr>
  <p:transition>
    <p:fade/>
  </p:transition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5 сверху: 3 альбомных и 2 книжных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7"/>
          <p:cNvSpPr>
            <a:spLocks noGrp="1"/>
          </p:cNvSpPr>
          <p:nvPr>
            <p:ph type="pic" sz="quarter" idx="14"/>
          </p:nvPr>
        </p:nvSpPr>
        <p:spPr>
          <a:xfrm>
            <a:off x="609600" y="3429000"/>
            <a:ext cx="2070154" cy="2971800"/>
          </a:xfrm>
          <a:prstGeom prst="rect">
            <a:avLst/>
          </a:prstGeo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0" algn="ctr" eaLnBrk="1" latinLnBrk="0" hangingPunct="1"/>
            <a:r>
              <a:rPr lang="ru-RU" dirty="0" smtClean="0"/>
              <a:t>Вставка рисунка</a:t>
            </a:r>
            <a:endParaRPr dirty="0"/>
          </a:p>
        </p:txBody>
      </p:sp>
      <p:sp>
        <p:nvSpPr>
          <p:cNvPr id="27" name="Rectangle 7"/>
          <p:cNvSpPr>
            <a:spLocks noGrp="1"/>
          </p:cNvSpPr>
          <p:nvPr>
            <p:ph type="pic" sz="quarter" idx="17"/>
          </p:nvPr>
        </p:nvSpPr>
        <p:spPr>
          <a:xfrm>
            <a:off x="3033848" y="228600"/>
            <a:ext cx="5562600" cy="4171950"/>
          </a:xfrm>
          <a:prstGeom prst="rect">
            <a:avLst/>
          </a:prstGeo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0" algn="ctr" eaLnBrk="1" latinLnBrk="0" hangingPunct="1"/>
            <a:r>
              <a:rPr lang="ru-RU" dirty="0" smtClean="0"/>
              <a:t>Вставка рисунка</a:t>
            </a:r>
            <a:endParaRPr dirty="0"/>
          </a:p>
        </p:txBody>
      </p:sp>
      <p:sp>
        <p:nvSpPr>
          <p:cNvPr id="31" name="Rectangle 7"/>
          <p:cNvSpPr>
            <a:spLocks noGrp="1"/>
          </p:cNvSpPr>
          <p:nvPr>
            <p:ph type="pic" sz="quarter" idx="26"/>
          </p:nvPr>
        </p:nvSpPr>
        <p:spPr>
          <a:xfrm>
            <a:off x="609600" y="228600"/>
            <a:ext cx="2070154" cy="2971800"/>
          </a:xfrm>
          <a:prstGeom prst="rect">
            <a:avLst/>
          </a:prstGeo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0" algn="ctr" eaLnBrk="1" latinLnBrk="0" hangingPunct="1"/>
            <a:r>
              <a:rPr lang="ru-RU" dirty="0" smtClean="0"/>
              <a:t>Вставка рисунка</a:t>
            </a:r>
            <a:endParaRPr dirty="0"/>
          </a:p>
        </p:txBody>
      </p:sp>
      <p:sp>
        <p:nvSpPr>
          <p:cNvPr id="26" name="Rectangle 7"/>
          <p:cNvSpPr>
            <a:spLocks noGrp="1" noChangeAspect="1"/>
          </p:cNvSpPr>
          <p:nvPr>
            <p:ph type="pic" sz="quarter" idx="27"/>
          </p:nvPr>
        </p:nvSpPr>
        <p:spPr>
          <a:xfrm>
            <a:off x="5943600" y="4495800"/>
            <a:ext cx="2666999" cy="1874520"/>
          </a:xfrm>
          <a:prstGeom prst="rect">
            <a:avLst/>
          </a:prstGeo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0" algn="ctr" eaLnBrk="1" latinLnBrk="0" hangingPunct="1"/>
            <a:r>
              <a:rPr lang="ru-RU" dirty="0" smtClean="0"/>
              <a:t>Вставка рисунка</a:t>
            </a:r>
            <a:endParaRPr dirty="0"/>
          </a:p>
        </p:txBody>
      </p:sp>
      <p:sp>
        <p:nvSpPr>
          <p:cNvPr id="23" name="Rectangle 7"/>
          <p:cNvSpPr>
            <a:spLocks noGrp="1" noChangeAspect="1"/>
          </p:cNvSpPr>
          <p:nvPr>
            <p:ph type="pic" sz="quarter" idx="28"/>
          </p:nvPr>
        </p:nvSpPr>
        <p:spPr>
          <a:xfrm>
            <a:off x="3033848" y="4495800"/>
            <a:ext cx="2757352" cy="1874520"/>
          </a:xfrm>
          <a:prstGeom prst="rect">
            <a:avLst/>
          </a:prstGeo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0" algn="ctr" eaLnBrk="1" latinLnBrk="0" hangingPunct="1"/>
            <a:r>
              <a:rPr lang="ru-RU" dirty="0" smtClean="0"/>
              <a:t>Вставка рисунка</a:t>
            </a:r>
            <a:endParaRPr dirty="0"/>
          </a:p>
        </p:txBody>
      </p:sp>
      <p:sp>
        <p:nvSpPr>
          <p:cNvPr id="7" name="Rectangle 6"/>
          <p:cNvSpPr>
            <a:spLocks noGrp="1"/>
          </p:cNvSpPr>
          <p:nvPr>
            <p:ph type="dt" sz="half" idx="29"/>
          </p:nvPr>
        </p:nvSpPr>
        <p:spPr/>
        <p:txBody>
          <a:bodyPr/>
          <a:lstStyle/>
          <a:p>
            <a:fld id="{F30C84A2-23CF-44F5-B813-5187ED5C7D1C}" type="datetimeFigureOut">
              <a:rPr kumimoji="0" lang="ru-RU" sz="1200">
                <a:solidFill>
                  <a:schemeClr val="tx2"/>
                </a:solidFill>
              </a:rPr>
              <a:pPr/>
              <a:t>17.11.2021</a:t>
            </a:fld>
            <a:endParaRPr kumimoji="0" lang="ru-RU" dirty="0"/>
          </a:p>
        </p:txBody>
      </p:sp>
      <p:sp>
        <p:nvSpPr>
          <p:cNvPr id="8" name="Rectangle 7"/>
          <p:cNvSpPr>
            <a:spLocks noGrp="1"/>
          </p:cNvSpPr>
          <p:nvPr>
            <p:ph type="sldNum" sz="quarter" idx="30"/>
          </p:nvPr>
        </p:nvSpPr>
        <p:spPr/>
        <p:txBody>
          <a:bodyPr/>
          <a:lstStyle/>
          <a:p>
            <a:pPr algn="r"/>
            <a:fld id="{F99EC173-99AE-4773-AB25-02E469A13EAE}" type="slidenum">
              <a:rPr kumimoji="0" lang="ru-RU" sz="1200">
                <a:solidFill>
                  <a:schemeClr val="tx2"/>
                </a:solidFill>
              </a:rPr>
              <a:pPr algn="r"/>
              <a:t>‹#›</a:t>
            </a:fld>
            <a:endParaRPr kumimoji="0" lang="ru-RU" dirty="0"/>
          </a:p>
        </p:txBody>
      </p:sp>
      <p:sp>
        <p:nvSpPr>
          <p:cNvPr id="10" name="Rectangle 9"/>
          <p:cNvSpPr>
            <a:spLocks noGrp="1"/>
          </p:cNvSpPr>
          <p:nvPr>
            <p:ph type="ftr" sz="quarter" idx="31"/>
          </p:nvPr>
        </p:nvSpPr>
        <p:spPr/>
        <p:txBody>
          <a:bodyPr/>
          <a:lstStyle/>
          <a:p>
            <a:endParaRPr kumimoji="0" lang="ru-RU" dirty="0"/>
          </a:p>
        </p:txBody>
      </p:sp>
    </p:spTree>
  </p:cSld>
  <p:clrMapOvr>
    <a:masterClrMapping/>
  </p:clrMapOvr>
  <p:transition>
    <p:fade/>
  </p:transition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5 сверху: 3 книжных и 2 альбомных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7"/>
          <p:cNvSpPr>
            <a:spLocks noGrp="1"/>
          </p:cNvSpPr>
          <p:nvPr>
            <p:ph type="pic" sz="quarter" idx="26"/>
          </p:nvPr>
        </p:nvSpPr>
        <p:spPr>
          <a:xfrm>
            <a:off x="512134" y="3124200"/>
            <a:ext cx="2606040" cy="3276600"/>
          </a:xfrm>
          <a:prstGeom prst="rect">
            <a:avLst/>
          </a:prstGeo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0" algn="ctr" eaLnBrk="1" latinLnBrk="0" hangingPunct="1"/>
            <a:r>
              <a:rPr lang="ru-RU" dirty="0" smtClean="0"/>
              <a:t>Вставка рисунка</a:t>
            </a:r>
            <a:endParaRPr dirty="0"/>
          </a:p>
        </p:txBody>
      </p:sp>
      <p:sp>
        <p:nvSpPr>
          <p:cNvPr id="23" name="Rectangle 7"/>
          <p:cNvSpPr>
            <a:spLocks noGrp="1"/>
          </p:cNvSpPr>
          <p:nvPr>
            <p:ph type="pic" sz="quarter" idx="29"/>
          </p:nvPr>
        </p:nvSpPr>
        <p:spPr>
          <a:xfrm>
            <a:off x="512134" y="228600"/>
            <a:ext cx="3962400" cy="2743200"/>
          </a:xfrm>
          <a:prstGeom prst="rect">
            <a:avLst/>
          </a:prstGeo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0" algn="ctr" eaLnBrk="1" latinLnBrk="0" hangingPunct="1"/>
            <a:r>
              <a:rPr lang="ru-RU" dirty="0" smtClean="0"/>
              <a:t>Вставка рисунка</a:t>
            </a:r>
            <a:endParaRPr dirty="0"/>
          </a:p>
        </p:txBody>
      </p:sp>
      <p:sp>
        <p:nvSpPr>
          <p:cNvPr id="30" name="Rectangle 7"/>
          <p:cNvSpPr>
            <a:spLocks noGrp="1"/>
          </p:cNvSpPr>
          <p:nvPr>
            <p:ph type="pic" sz="quarter" idx="30"/>
          </p:nvPr>
        </p:nvSpPr>
        <p:spPr>
          <a:xfrm>
            <a:off x="4718374" y="228600"/>
            <a:ext cx="3962400" cy="2743200"/>
          </a:xfrm>
          <a:prstGeom prst="rect">
            <a:avLst/>
          </a:prstGeo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0" algn="ctr" eaLnBrk="1" latinLnBrk="0" hangingPunct="1"/>
            <a:r>
              <a:rPr lang="ru-RU" dirty="0" smtClean="0"/>
              <a:t>Вставка рисунка</a:t>
            </a:r>
            <a:endParaRPr dirty="0"/>
          </a:p>
        </p:txBody>
      </p:sp>
      <p:sp>
        <p:nvSpPr>
          <p:cNvPr id="22" name="Rectangle 7"/>
          <p:cNvSpPr>
            <a:spLocks noGrp="1"/>
          </p:cNvSpPr>
          <p:nvPr>
            <p:ph type="pic" sz="quarter" idx="27"/>
          </p:nvPr>
        </p:nvSpPr>
        <p:spPr>
          <a:xfrm>
            <a:off x="3293434" y="3124200"/>
            <a:ext cx="2606040" cy="3276600"/>
          </a:xfrm>
          <a:prstGeom prst="rect">
            <a:avLst/>
          </a:prstGeo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0" algn="ctr" eaLnBrk="1" latinLnBrk="0" hangingPunct="1"/>
            <a:r>
              <a:rPr lang="ru-RU" dirty="0" smtClean="0"/>
              <a:t>Вставка рисунка</a:t>
            </a:r>
            <a:endParaRPr dirty="0"/>
          </a:p>
        </p:txBody>
      </p:sp>
      <p:sp>
        <p:nvSpPr>
          <p:cNvPr id="31" name="Rectangle 7"/>
          <p:cNvSpPr>
            <a:spLocks noGrp="1"/>
          </p:cNvSpPr>
          <p:nvPr>
            <p:ph type="pic" sz="quarter" idx="28"/>
          </p:nvPr>
        </p:nvSpPr>
        <p:spPr>
          <a:xfrm>
            <a:off x="6074734" y="3124200"/>
            <a:ext cx="2606040" cy="3276600"/>
          </a:xfrm>
          <a:prstGeom prst="rect">
            <a:avLst/>
          </a:prstGeo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0" algn="ctr" eaLnBrk="1" latinLnBrk="0" hangingPunct="1"/>
            <a:r>
              <a:rPr lang="ru-RU" dirty="0" smtClean="0"/>
              <a:t>Вставка рисунка</a:t>
            </a:r>
            <a:endParaRPr dirty="0"/>
          </a:p>
        </p:txBody>
      </p:sp>
      <p:sp>
        <p:nvSpPr>
          <p:cNvPr id="7" name="Rectangle 6"/>
          <p:cNvSpPr>
            <a:spLocks noGrp="1"/>
          </p:cNvSpPr>
          <p:nvPr>
            <p:ph type="dt" sz="half" idx="31"/>
          </p:nvPr>
        </p:nvSpPr>
        <p:spPr/>
        <p:txBody>
          <a:bodyPr/>
          <a:lstStyle/>
          <a:p>
            <a:fld id="{F30C84A2-23CF-44F5-B813-5187ED5C7D1C}" type="datetimeFigureOut">
              <a:rPr kumimoji="0" lang="ru-RU" sz="1200">
                <a:solidFill>
                  <a:schemeClr val="tx2"/>
                </a:solidFill>
              </a:rPr>
              <a:pPr/>
              <a:t>17.11.2021</a:t>
            </a:fld>
            <a:endParaRPr kumimoji="0" lang="ru-RU" dirty="0"/>
          </a:p>
        </p:txBody>
      </p:sp>
      <p:sp>
        <p:nvSpPr>
          <p:cNvPr id="8" name="Rectangle 7"/>
          <p:cNvSpPr>
            <a:spLocks noGrp="1"/>
          </p:cNvSpPr>
          <p:nvPr>
            <p:ph type="sldNum" sz="quarter" idx="32"/>
          </p:nvPr>
        </p:nvSpPr>
        <p:spPr/>
        <p:txBody>
          <a:bodyPr/>
          <a:lstStyle/>
          <a:p>
            <a:pPr algn="r"/>
            <a:fld id="{F99EC173-99AE-4773-AB25-02E469A13EAE}" type="slidenum">
              <a:rPr kumimoji="0" lang="ru-RU" sz="1200">
                <a:solidFill>
                  <a:schemeClr val="tx2"/>
                </a:solidFill>
              </a:rPr>
              <a:pPr algn="r"/>
              <a:t>‹#›</a:t>
            </a:fld>
            <a:endParaRPr kumimoji="0" lang="ru-RU" dirty="0"/>
          </a:p>
        </p:txBody>
      </p:sp>
      <p:sp>
        <p:nvSpPr>
          <p:cNvPr id="9" name="Rectangle 8"/>
          <p:cNvSpPr>
            <a:spLocks noGrp="1"/>
          </p:cNvSpPr>
          <p:nvPr>
            <p:ph type="ftr" sz="quarter" idx="33"/>
          </p:nvPr>
        </p:nvSpPr>
        <p:spPr/>
        <p:txBody>
          <a:bodyPr/>
          <a:lstStyle/>
          <a:p>
            <a:endParaRPr kumimoji="0" lang="ru-RU" dirty="0"/>
          </a:p>
        </p:txBody>
      </p:sp>
    </p:spTree>
  </p:cSld>
  <p:clrMapOvr>
    <a:masterClrMapping/>
  </p:clrMapOvr>
  <p:transition>
    <p:fade/>
  </p:transition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Квадратная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W¥ل云玗İαЂôÁûÂÚ丫:Pïçtúrê Plå¢éhõlðér 表¥鷗字㌍ 表_W 3"/>
          <p:cNvSpPr>
            <a:spLocks noGrp="1" noChangeAspect="1"/>
          </p:cNvSpPr>
          <p:nvPr>
            <p:ph type="pic" sz="quarter" idx="10"/>
          </p:nvPr>
        </p:nvSpPr>
        <p:spPr>
          <a:xfrm>
            <a:off x="3050273" y="1600200"/>
            <a:ext cx="3198127" cy="3200400"/>
          </a:xfr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1588" algn="ctr" eaLnBrk="1" latinLnBrk="0" hangingPunct="1"/>
            <a:r>
              <a:rPr lang="ru-RU" dirty="0" smtClean="0"/>
              <a:t>Вставка рисунка</a:t>
            </a:r>
            <a:endParaRPr dirty="0"/>
          </a:p>
        </p:txBody>
      </p:sp>
      <p:sp>
        <p:nvSpPr>
          <p:cNvPr id="7" name="W¥ل云玗İαЂÕØÚáÛ丫:Téxt Plàçèhòlðêr 表¥鷗字㌍_W 6"/>
          <p:cNvSpPr>
            <a:spLocks noGrp="1"/>
          </p:cNvSpPr>
          <p:nvPr>
            <p:ph type="body" sz="quarter" idx="15" hasCustomPrompt="1"/>
          </p:nvPr>
        </p:nvSpPr>
        <p:spPr>
          <a:xfrm>
            <a:off x="3048000" y="4876800"/>
            <a:ext cx="3200400" cy="1295400"/>
          </a:xfrm>
        </p:spPr>
        <p:txBody>
          <a:bodyPr tIns="91440" rIns="9144" bIns="91440" anchor="t"/>
          <a:lstStyle>
            <a:lvl1pPr marL="0" marR="0" indent="0" algn="l" eaLnBrk="1" latinLnBrk="0" hangingPunct="1">
              <a:buFontTx/>
              <a:buNone/>
              <a:defRPr kumimoji="0" lang="ru-RU" sz="1800" i="0"/>
            </a:lvl1pPr>
            <a:extLst/>
          </a:lstStyle>
          <a:p>
            <a:pPr lvl="0"/>
            <a:r>
              <a:rPr kumimoji="0" lang="ru-RU"/>
              <a:t>Надпись</a:t>
            </a:r>
          </a:p>
        </p:txBody>
      </p:sp>
      <p:sp>
        <p:nvSpPr>
          <p:cNvPr id="5" name="Rectangle 4"/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fld id="{F30C84A2-23CF-44F5-B813-5187ED5C7D1C}" type="datetimeFigureOut">
              <a:rPr kumimoji="0" lang="ru-RU" sz="1200">
                <a:solidFill>
                  <a:schemeClr val="tx2"/>
                </a:solidFill>
              </a:rPr>
              <a:pPr/>
              <a:t>17.11.2021</a:t>
            </a:fld>
            <a:endParaRPr kumimoji="0" lang="ru-RU" dirty="0"/>
          </a:p>
        </p:txBody>
      </p:sp>
      <p:sp>
        <p:nvSpPr>
          <p:cNvPr id="6" name="Rectangle 5"/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pPr algn="r"/>
            <a:fld id="{F99EC173-99AE-4773-AB25-02E469A13EAE}" type="slidenum">
              <a:rPr kumimoji="0" lang="ru-RU" sz="1200">
                <a:solidFill>
                  <a:schemeClr val="tx2"/>
                </a:solidFill>
              </a:rPr>
              <a:pPr algn="r"/>
              <a:t>‹#›</a:t>
            </a:fld>
            <a:endParaRPr kumimoji="0" lang="ru-RU" dirty="0"/>
          </a:p>
        </p:txBody>
      </p:sp>
      <p:sp>
        <p:nvSpPr>
          <p:cNvPr id="8" name="Rectangle 7"/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endParaRPr kumimoji="0" lang="ru-RU" dirty="0"/>
          </a:p>
        </p:txBody>
      </p:sp>
    </p:spTree>
  </p:cSld>
  <p:clrMapOvr>
    <a:masterClrMapping/>
  </p:clrMapOvr>
  <p:transition>
    <p:fade/>
  </p:transition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 сверху, квадратная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W¥ل云玗İαЂôÁûÂÚ丫:Pïçtúrê Plå¢éhõlðér 表¥鷗字㌍ 表_W 3"/>
          <p:cNvSpPr>
            <a:spLocks noGrp="1" noChangeAspect="1"/>
          </p:cNvSpPr>
          <p:nvPr>
            <p:ph type="pic" sz="quarter" idx="10"/>
          </p:nvPr>
        </p:nvSpPr>
        <p:spPr>
          <a:xfrm>
            <a:off x="4955273" y="1371600"/>
            <a:ext cx="3198127" cy="3200400"/>
          </a:xfr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1588" algn="ctr" eaLnBrk="1" latinLnBrk="0" hangingPunct="1"/>
            <a:r>
              <a:rPr lang="ru-RU" dirty="0" smtClean="0"/>
              <a:t>Вставка рисунка</a:t>
            </a:r>
            <a:endParaRPr dirty="0"/>
          </a:p>
        </p:txBody>
      </p:sp>
      <p:sp>
        <p:nvSpPr>
          <p:cNvPr id="6" name="W¥ل云玗İαЂôÁûÂÚ丫:Pïçtúrê Plå¢éhõlðér 表¥鷗字㌍ 表_W 5"/>
          <p:cNvSpPr>
            <a:spLocks noGrp="1" noChangeAspect="1"/>
          </p:cNvSpPr>
          <p:nvPr>
            <p:ph type="pic" sz="quarter" idx="14"/>
          </p:nvPr>
        </p:nvSpPr>
        <p:spPr>
          <a:xfrm>
            <a:off x="1143000" y="1371600"/>
            <a:ext cx="3198127" cy="3200400"/>
          </a:xfr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1588" algn="ctr" eaLnBrk="1" latinLnBrk="0" hangingPunct="1"/>
            <a:r>
              <a:rPr lang="ru-RU" dirty="0" smtClean="0"/>
              <a:t>Вставка рисунка</a:t>
            </a:r>
            <a:endParaRPr dirty="0"/>
          </a:p>
        </p:txBody>
      </p:sp>
      <p:sp>
        <p:nvSpPr>
          <p:cNvPr id="7" name="W¥ل云玗İαЂÕØÚáÛ丫:Téxt Plàçèhòlðêr 表¥鷗字㌍_W 6"/>
          <p:cNvSpPr>
            <a:spLocks noGrp="1"/>
          </p:cNvSpPr>
          <p:nvPr>
            <p:ph type="body" sz="quarter" idx="15" hasCustomPrompt="1"/>
          </p:nvPr>
        </p:nvSpPr>
        <p:spPr>
          <a:xfrm>
            <a:off x="4953000" y="4648200"/>
            <a:ext cx="3200400" cy="1295400"/>
          </a:xfrm>
        </p:spPr>
        <p:txBody>
          <a:bodyPr tIns="91440" rIns="9144" bIns="91440" anchor="t"/>
          <a:lstStyle>
            <a:lvl1pPr marL="0" marR="0" indent="0" algn="l" eaLnBrk="1" latinLnBrk="0" hangingPunct="1">
              <a:buFontTx/>
              <a:buNone/>
              <a:defRPr kumimoji="0" lang="ru-RU" sz="1800" i="0"/>
            </a:lvl1pPr>
            <a:extLst/>
          </a:lstStyle>
          <a:p>
            <a:pPr lvl="0"/>
            <a:r>
              <a:rPr kumimoji="0" lang="ru-RU"/>
              <a:t>Надпись</a:t>
            </a:r>
          </a:p>
        </p:txBody>
      </p:sp>
      <p:sp>
        <p:nvSpPr>
          <p:cNvPr id="8" name="W¥ل云玗İαЂÕØÚáÛ丫:Téxt Plàçèhòlðêr 表¥鷗字㌍_W 7"/>
          <p:cNvSpPr>
            <a:spLocks noGrp="1"/>
          </p:cNvSpPr>
          <p:nvPr>
            <p:ph type="body" sz="quarter" idx="16" hasCustomPrompt="1"/>
          </p:nvPr>
        </p:nvSpPr>
        <p:spPr>
          <a:xfrm>
            <a:off x="1143000" y="4648200"/>
            <a:ext cx="3200400" cy="1295400"/>
          </a:xfrm>
        </p:spPr>
        <p:txBody>
          <a:bodyPr tIns="91440" rIns="9144" bIns="91440" anchor="t"/>
          <a:lstStyle>
            <a:lvl1pPr marL="0" marR="0" indent="0" algn="l" eaLnBrk="1" latinLnBrk="0" hangingPunct="1">
              <a:buFontTx/>
              <a:buNone/>
              <a:defRPr kumimoji="0" lang="ru-RU" sz="1800" i="0"/>
            </a:lvl1pPr>
            <a:extLst/>
          </a:lstStyle>
          <a:p>
            <a:pPr lvl="0"/>
            <a:r>
              <a:rPr kumimoji="0" lang="ru-RU"/>
              <a:t>Надпись</a:t>
            </a:r>
          </a:p>
        </p:txBody>
      </p:sp>
      <p:sp>
        <p:nvSpPr>
          <p:cNvPr id="9" name="Rectangle 8"/>
          <p:cNvSpPr>
            <a:spLocks noGrp="1"/>
          </p:cNvSpPr>
          <p:nvPr>
            <p:ph type="dt" sz="half" idx="17"/>
          </p:nvPr>
        </p:nvSpPr>
        <p:spPr/>
        <p:txBody>
          <a:bodyPr/>
          <a:lstStyle/>
          <a:p>
            <a:fld id="{F30C84A2-23CF-44F5-B813-5187ED5C7D1C}" type="datetimeFigureOut">
              <a:rPr kumimoji="0" lang="ru-RU" sz="1200">
                <a:solidFill>
                  <a:schemeClr val="tx2"/>
                </a:solidFill>
              </a:rPr>
              <a:pPr/>
              <a:t>17.11.2021</a:t>
            </a:fld>
            <a:endParaRPr kumimoji="0" lang="ru-RU" dirty="0"/>
          </a:p>
        </p:txBody>
      </p:sp>
      <p:sp>
        <p:nvSpPr>
          <p:cNvPr id="10" name="Rectangle 9"/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pPr algn="r"/>
            <a:fld id="{F99EC173-99AE-4773-AB25-02E469A13EAE}" type="slidenum">
              <a:rPr kumimoji="0" lang="ru-RU" sz="1200">
                <a:solidFill>
                  <a:schemeClr val="tx2"/>
                </a:solidFill>
              </a:rPr>
              <a:pPr algn="r"/>
              <a:t>‹#›</a:t>
            </a:fld>
            <a:endParaRPr kumimoji="0" lang="ru-RU" dirty="0"/>
          </a:p>
        </p:txBody>
      </p:sp>
      <p:sp>
        <p:nvSpPr>
          <p:cNvPr id="11" name="Rectangle 10"/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endParaRPr kumimoji="0" lang="ru-RU" dirty="0"/>
          </a:p>
        </p:txBody>
      </p:sp>
    </p:spTree>
  </p:cSld>
  <p:clrMapOvr>
    <a:masterClrMapping/>
  </p:clrMapOvr>
  <p:transition>
    <p:fade/>
  </p:transition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Панорам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W¥ل云玗İαЂôÁûÂÚ丫:Pïçtúrê Plå¢éhõlðér 表¥鷗字㌍ 表_W 2"/>
          <p:cNvSpPr>
            <a:spLocks noGrp="1"/>
          </p:cNvSpPr>
          <p:nvPr>
            <p:ph type="pic" sz="quarter" idx="30"/>
          </p:nvPr>
        </p:nvSpPr>
        <p:spPr>
          <a:xfrm>
            <a:off x="457200" y="2057400"/>
            <a:ext cx="8229600" cy="2743200"/>
          </a:xfrm>
          <a:prstGeom prst="rect">
            <a:avLst/>
          </a:prstGeo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0" algn="ctr" eaLnBrk="1" latinLnBrk="0" hangingPunct="1"/>
            <a:r>
              <a:rPr lang="ru-RU" dirty="0" smtClean="0"/>
              <a:t>Вставка рисунка</a:t>
            </a:r>
            <a:endParaRPr dirty="0"/>
          </a:p>
        </p:txBody>
      </p:sp>
      <p:sp>
        <p:nvSpPr>
          <p:cNvPr id="4" name="W¥ل云玗İαЂÕØÚáÛ丫:Téxt Plàçèhòlðêr 表¥鷗字㌍_W 3"/>
          <p:cNvSpPr>
            <a:spLocks noGrp="1"/>
          </p:cNvSpPr>
          <p:nvPr>
            <p:ph type="body" sz="quarter" idx="12" hasCustomPrompt="1"/>
          </p:nvPr>
        </p:nvSpPr>
        <p:spPr>
          <a:xfrm>
            <a:off x="457200" y="4876800"/>
            <a:ext cx="8229600" cy="1447800"/>
          </a:xfrm>
        </p:spPr>
        <p:txBody>
          <a:bodyPr tIns="91440" rIns="9144" bIns="91440" anchor="t"/>
          <a:lstStyle>
            <a:lvl1pPr marL="0" marR="0" indent="0" algn="l" eaLnBrk="1" latinLnBrk="0" hangingPunct="1">
              <a:buFontTx/>
              <a:buNone/>
              <a:defRPr kumimoji="0" lang="ru-RU" sz="1800" i="0"/>
            </a:lvl1pPr>
            <a:extLst/>
          </a:lstStyle>
          <a:p>
            <a:pPr lvl="0"/>
            <a:r>
              <a:rPr kumimoji="0" lang="ru-RU"/>
              <a:t>Надпись</a:t>
            </a:r>
          </a:p>
        </p:txBody>
      </p:sp>
      <p:sp>
        <p:nvSpPr>
          <p:cNvPr id="5" name="Rectangle 4"/>
          <p:cNvSpPr>
            <a:spLocks noGrp="1"/>
          </p:cNvSpPr>
          <p:nvPr>
            <p:ph type="dt" sz="half" idx="31"/>
          </p:nvPr>
        </p:nvSpPr>
        <p:spPr/>
        <p:txBody>
          <a:bodyPr/>
          <a:lstStyle/>
          <a:p>
            <a:fld id="{F30C84A2-23CF-44F5-B813-5187ED5C7D1C}" type="datetimeFigureOut">
              <a:rPr kumimoji="0" lang="ru-RU" sz="1200">
                <a:solidFill>
                  <a:schemeClr val="tx2"/>
                </a:solidFill>
              </a:rPr>
              <a:pPr/>
              <a:t>17.11.2021</a:t>
            </a:fld>
            <a:endParaRPr kumimoji="0" lang="ru-RU" dirty="0"/>
          </a:p>
        </p:txBody>
      </p:sp>
      <p:sp>
        <p:nvSpPr>
          <p:cNvPr id="6" name="Rectangle 5"/>
          <p:cNvSpPr>
            <a:spLocks noGrp="1"/>
          </p:cNvSpPr>
          <p:nvPr>
            <p:ph type="sldNum" sz="quarter" idx="32"/>
          </p:nvPr>
        </p:nvSpPr>
        <p:spPr/>
        <p:txBody>
          <a:bodyPr/>
          <a:lstStyle/>
          <a:p>
            <a:pPr algn="r"/>
            <a:fld id="{F99EC173-99AE-4773-AB25-02E469A13EAE}" type="slidenum">
              <a:rPr kumimoji="0" lang="ru-RU" sz="1200">
                <a:solidFill>
                  <a:schemeClr val="tx2"/>
                </a:solidFill>
              </a:rPr>
              <a:pPr algn="r"/>
              <a:t>‹#›</a:t>
            </a:fld>
            <a:endParaRPr kumimoji="0" lang="ru-RU" dirty="0"/>
          </a:p>
        </p:txBody>
      </p:sp>
      <p:sp>
        <p:nvSpPr>
          <p:cNvPr id="7" name="Rectangle 6"/>
          <p:cNvSpPr>
            <a:spLocks noGrp="1"/>
          </p:cNvSpPr>
          <p:nvPr>
            <p:ph type="ftr" sz="quarter" idx="33"/>
          </p:nvPr>
        </p:nvSpPr>
        <p:spPr/>
        <p:txBody>
          <a:bodyPr/>
          <a:lstStyle/>
          <a:p>
            <a:endParaRPr kumimoji="0" lang="ru-RU" dirty="0"/>
          </a:p>
        </p:txBody>
      </p:sp>
    </p:spTree>
  </p:cSld>
  <p:clrMapOvr>
    <a:masterClrMapping/>
  </p:clrMapOvr>
  <p:transition>
    <p:fade/>
  </p:transition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3"/>
          <p:cNvSpPr>
            <a:spLocks noGrp="1"/>
          </p:cNvSpPr>
          <p:nvPr>
            <p:ph type="title"/>
          </p:nvPr>
        </p:nvSpPr>
        <p:spPr/>
        <p:txBody>
          <a:bodyPr anchor="ctr"/>
          <a:lstStyle/>
          <a:p>
            <a:pPr eaLnBrk="1" latinLnBrk="0" hangingPunct="1"/>
            <a:r>
              <a:rPr lang="ru-RU" smtClean="0"/>
              <a:t>Образец заголовка</a:t>
            </a:r>
            <a:endParaRPr/>
          </a:p>
        </p:txBody>
      </p:sp>
      <p:sp>
        <p:nvSpPr>
          <p:cNvPr id="14" name="Rectangle 6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eaLnBrk="1" latinLnBrk="0" hangingPunct="1"/>
            <a:r>
              <a:rPr lang="ru-RU" smtClean="0"/>
              <a:t>Образец текста</a:t>
            </a:r>
          </a:p>
          <a:p>
            <a:pPr lvl="1" eaLnBrk="1" latinLnBrk="0" hangingPunct="1"/>
            <a:r>
              <a:rPr lang="ru-RU" smtClean="0"/>
              <a:t>Второй уровень</a:t>
            </a:r>
          </a:p>
          <a:p>
            <a:pPr lvl="2" eaLnBrk="1" latinLnBrk="0" hangingPunct="1"/>
            <a:r>
              <a:rPr lang="ru-RU" smtClean="0"/>
              <a:t>Третий уровень</a:t>
            </a:r>
          </a:p>
          <a:p>
            <a:pPr lvl="3" eaLnBrk="1" latinLnBrk="0" hangingPunct="1"/>
            <a:r>
              <a:rPr lang="ru-RU" smtClean="0"/>
              <a:t>Четвертый уровень</a:t>
            </a:r>
          </a:p>
          <a:p>
            <a:pPr lvl="4" eaLnBrk="1" latinLnBrk="0" hangingPunct="1"/>
            <a:r>
              <a:rPr lang="ru-RU" smtClean="0"/>
              <a:t>Пятый уровень</a:t>
            </a:r>
            <a:endParaRPr/>
          </a:p>
        </p:txBody>
      </p:sp>
      <p:sp>
        <p:nvSpPr>
          <p:cNvPr id="2" name="Rectangle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B2EC6F-6501-4E04-BD6C-A8A6CABB2C5B}" type="datetimeFigureOut">
              <a:rPr lang="ru-RU"/>
              <a:pPr/>
              <a:t>17.11.2021</a:t>
            </a:fld>
            <a:endParaRPr kumimoji="0" lang="ru-RU" dirty="0"/>
          </a:p>
        </p:txBody>
      </p:sp>
      <p:sp>
        <p:nvSpPr>
          <p:cNvPr id="27" name="Rectangle 19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ru-RU" dirty="0"/>
          </a:p>
        </p:txBody>
      </p:sp>
      <p:sp>
        <p:nvSpPr>
          <p:cNvPr id="24" name="Rectangle 2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3B0023-0CED-47F7-85AE-654F0B232C29}" type="slidenum">
              <a:rPr/>
              <a:pPr/>
              <a:t>‹#›</a:t>
            </a:fld>
            <a:endParaRPr kumimoji="0" lang="ru-RU" dirty="0"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image" Target="../media/image2.jpeg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blipFill dpi="0" rotWithShape="1">
          <a:blip r:embed="rId24" cstate="print">
            <a:alphaModFix amt="55000"/>
            <a:lum/>
          </a:blip>
          <a:srcRect/>
          <a:tile tx="0" ty="0" sx="100000" sy="100000" flip="none" algn="tl"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Rectangle 6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249362"/>
          </a:xfrm>
          <a:prstGeom prst="rect">
            <a:avLst/>
          </a:prstGeom>
        </p:spPr>
        <p:txBody>
          <a:bodyPr anchor="ctr">
            <a:normAutofit/>
          </a:bodyPr>
          <a:lstStyle/>
          <a:p>
            <a:pPr eaLnBrk="1" latinLnBrk="0" hangingPunct="1"/>
            <a:r>
              <a:rPr kumimoji="0" lang="ru-RU" smtClean="0"/>
              <a:t>Образец заголовка</a:t>
            </a:r>
            <a:endParaRPr kumimoji="0" lang="en-US" smtClean="0"/>
          </a:p>
        </p:txBody>
      </p:sp>
      <p:sp>
        <p:nvSpPr>
          <p:cNvPr id="13" name="Rectangle 5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>
            <a:normAutofit/>
          </a:bodyPr>
          <a:lstStyle/>
          <a:p>
            <a:pPr lvl="0" eaLnBrk="1" latinLnBrk="0" hangingPunct="1"/>
            <a:r>
              <a:rPr kumimoji="0" lang="ru-RU" smtClean="0"/>
              <a:t>Образец текста</a:t>
            </a:r>
          </a:p>
          <a:p>
            <a:pPr lvl="1" eaLnBrk="1" latinLnBrk="0" hangingPunct="1"/>
            <a:r>
              <a:rPr kumimoji="0" lang="ru-RU" smtClean="0"/>
              <a:t>Второй уровень</a:t>
            </a:r>
          </a:p>
          <a:p>
            <a:pPr lvl="2" eaLnBrk="1" latinLnBrk="0" hangingPunct="1"/>
            <a:r>
              <a:rPr kumimoji="0" lang="ru-RU" smtClean="0"/>
              <a:t>Третий уровень</a:t>
            </a:r>
          </a:p>
          <a:p>
            <a:pPr lvl="3" eaLnBrk="1" latinLnBrk="0" hangingPunct="1"/>
            <a:r>
              <a:rPr kumimoji="0" lang="ru-RU" smtClean="0"/>
              <a:t>Четвертый уровень</a:t>
            </a:r>
          </a:p>
          <a:p>
            <a:pPr lvl="4" eaLnBrk="1" latinLnBrk="0" hangingPunct="1"/>
            <a:r>
              <a:rPr kumimoji="0" lang="ru-RU" smtClean="0"/>
              <a:t>Пятый уровень</a:t>
            </a:r>
            <a:endParaRPr kumimoji="0" lang="en-US"/>
          </a:p>
        </p:txBody>
      </p:sp>
      <p:sp>
        <p:nvSpPr>
          <p:cNvPr id="29" name="Rectangle 3"/>
          <p:cNvSpPr>
            <a:spLocks noGrp="1"/>
          </p:cNvSpPr>
          <p:nvPr>
            <p:ph type="dt" sz="half" idx="2"/>
          </p:nvPr>
        </p:nvSpPr>
        <p:spPr>
          <a:xfrm>
            <a:off x="66675" y="6559360"/>
            <a:ext cx="2438400" cy="244475"/>
          </a:xfrm>
          <a:prstGeom prst="rect">
            <a:avLst/>
          </a:prstGeom>
        </p:spPr>
        <p:txBody>
          <a:bodyPr anchor="b"/>
          <a:lstStyle>
            <a:lvl1pPr eaLnBrk="1" latinLnBrk="0" hangingPunct="1">
              <a:defRPr kumimoji="0" lang="ru-RU" sz="1200">
                <a:solidFill>
                  <a:schemeClr val="tx2"/>
                </a:solidFill>
              </a:defRPr>
            </a:lvl1pPr>
            <a:extLst/>
          </a:lstStyle>
          <a:p>
            <a:fld id="{F30C84A2-23CF-44F5-B813-5187ED5C7D1C}" type="datetimeFigureOut">
              <a:rPr kumimoji="0" lang="ru-RU" sz="1200">
                <a:solidFill>
                  <a:schemeClr val="tx2"/>
                </a:solidFill>
              </a:rPr>
              <a:pPr/>
              <a:t>17.11.2021</a:t>
            </a:fld>
            <a:endParaRPr kumimoji="0" lang="ru-RU" sz="1200" dirty="0">
              <a:solidFill>
                <a:schemeClr val="tx2"/>
              </a:solidFill>
            </a:endParaRPr>
          </a:p>
        </p:txBody>
      </p:sp>
      <p:sp>
        <p:nvSpPr>
          <p:cNvPr id="20" name="Rectangle 25"/>
          <p:cNvSpPr>
            <a:spLocks noGrp="1"/>
          </p:cNvSpPr>
          <p:nvPr>
            <p:ph type="ftr" sz="quarter" idx="3"/>
          </p:nvPr>
        </p:nvSpPr>
        <p:spPr>
          <a:xfrm>
            <a:off x="2995653" y="6558153"/>
            <a:ext cx="4648200" cy="246888"/>
          </a:xfrm>
          <a:prstGeom prst="rect">
            <a:avLst/>
          </a:prstGeom>
        </p:spPr>
        <p:txBody>
          <a:bodyPr anchor="b"/>
          <a:lstStyle>
            <a:lvl1pPr algn="ctr" eaLnBrk="1" latinLnBrk="0" hangingPunct="1">
              <a:defRPr kumimoji="0" lang="ru-RU" sz="1200">
                <a:solidFill>
                  <a:schemeClr val="tx2"/>
                </a:solidFill>
              </a:defRPr>
            </a:lvl1pPr>
            <a:extLst/>
          </a:lstStyle>
          <a:p>
            <a:pPr algn="ctr"/>
            <a:endParaRPr kumimoji="0" lang="ru-RU" sz="1200" dirty="0">
              <a:solidFill>
                <a:schemeClr val="tx2"/>
              </a:solidFill>
            </a:endParaRPr>
          </a:p>
        </p:txBody>
      </p:sp>
      <p:sp>
        <p:nvSpPr>
          <p:cNvPr id="23" name="Rectangle 16"/>
          <p:cNvSpPr>
            <a:spLocks noGrp="1"/>
          </p:cNvSpPr>
          <p:nvPr>
            <p:ph type="sldNum" sz="quarter" idx="4"/>
          </p:nvPr>
        </p:nvSpPr>
        <p:spPr>
          <a:xfrm>
            <a:off x="8172450" y="6559360"/>
            <a:ext cx="914400" cy="244475"/>
          </a:xfrm>
          <a:prstGeom prst="rect">
            <a:avLst/>
          </a:prstGeom>
        </p:spPr>
        <p:txBody>
          <a:bodyPr/>
          <a:lstStyle>
            <a:lvl1pPr algn="r" eaLnBrk="1" latinLnBrk="0" hangingPunct="1">
              <a:defRPr kumimoji="0" lang="ru-RU" sz="1200">
                <a:solidFill>
                  <a:schemeClr val="tx2"/>
                </a:solidFill>
              </a:defRPr>
            </a:lvl1pPr>
            <a:extLst/>
          </a:lstStyle>
          <a:p>
            <a:pPr algn="r"/>
            <a:fld id="{F99EC173-99AE-4773-AB25-02E469A13EAE}" type="slidenum">
              <a:rPr kumimoji="0" lang="ru-RU" sz="1200">
                <a:solidFill>
                  <a:schemeClr val="tx2"/>
                </a:solidFill>
              </a:rPr>
              <a:pPr algn="r"/>
              <a:t>‹#›</a:t>
            </a:fld>
            <a:endParaRPr kumimoji="0" lang="ru-RU" sz="1200" dirty="0">
              <a:solidFill>
                <a:schemeClr val="tx2"/>
              </a:solidFill>
            </a:endParaRPr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  <p:sldLayoutId id="2147483667" r:id="rId19"/>
    <p:sldLayoutId id="2147483668" r:id="rId20"/>
    <p:sldLayoutId id="2147483669" r:id="rId21"/>
    <p:sldLayoutId id="2147483670" r:id="rId22"/>
  </p:sldLayoutIdLst>
  <p:transition>
    <p:fade/>
  </p:transition>
  <p:timing>
    <p:tnLst>
      <p:par>
        <p:cTn id="1" dur="indefinite" restart="never" nodeType="tmRoot"/>
      </p:par>
    </p:tnLst>
  </p:timing>
  <p:txStyles>
    <p:titleStyle>
      <a:lvl1pPr algn="l" rtl="0" eaLnBrk="1" latinLnBrk="0" hangingPunct="1">
        <a:spcBef>
          <a:spcPct val="0"/>
        </a:spcBef>
        <a:buNone/>
        <a:defRPr kumimoji="0" lang="ru-RU" sz="3200" cap="all" baseline="0">
          <a:solidFill>
            <a:schemeClr val="tx2"/>
          </a:solidFill>
          <a:effectLst>
            <a:outerShdw blurRad="51000" dist="37000" dir="5400000" algn="tl" rotWithShape="0">
              <a:srgbClr val="000000">
                <a:alpha val="25000"/>
              </a:srgbClr>
            </a:outerShdw>
          </a:effectLst>
          <a:latin typeface="+mj-lt"/>
          <a:ea typeface="+mj-ea"/>
          <a:cs typeface="+mj-cs"/>
        </a:defRPr>
      </a:lvl1pPr>
      <a:lvl2pPr eaLnBrk="1" latinLnBrk="0" hangingPunct="1">
        <a:defRPr kumimoji="0" lang="ru-RU">
          <a:solidFill>
            <a:schemeClr val="tx2"/>
          </a:solidFill>
        </a:defRPr>
      </a:lvl2pPr>
      <a:lvl3pPr eaLnBrk="1" latinLnBrk="0" hangingPunct="1">
        <a:defRPr kumimoji="0" lang="ru-RU">
          <a:solidFill>
            <a:schemeClr val="tx2"/>
          </a:solidFill>
        </a:defRPr>
      </a:lvl3pPr>
      <a:lvl4pPr eaLnBrk="1" latinLnBrk="0" hangingPunct="1">
        <a:defRPr kumimoji="0" lang="ru-RU">
          <a:solidFill>
            <a:schemeClr val="tx2"/>
          </a:solidFill>
        </a:defRPr>
      </a:lvl4pPr>
      <a:lvl5pPr eaLnBrk="1" latinLnBrk="0" hangingPunct="1">
        <a:defRPr kumimoji="0" lang="ru-RU">
          <a:solidFill>
            <a:schemeClr val="tx2"/>
          </a:solidFill>
        </a:defRPr>
      </a:lvl5pPr>
      <a:lvl6pPr eaLnBrk="1" latinLnBrk="0" hangingPunct="1">
        <a:defRPr kumimoji="0" lang="ru-RU">
          <a:solidFill>
            <a:schemeClr val="tx2"/>
          </a:solidFill>
        </a:defRPr>
      </a:lvl6pPr>
      <a:lvl7pPr eaLnBrk="1" latinLnBrk="0" hangingPunct="1">
        <a:defRPr kumimoji="0" lang="ru-RU">
          <a:solidFill>
            <a:schemeClr val="tx2"/>
          </a:solidFill>
        </a:defRPr>
      </a:lvl7pPr>
      <a:lvl8pPr eaLnBrk="1" latinLnBrk="0" hangingPunct="1">
        <a:defRPr kumimoji="0" lang="ru-RU">
          <a:solidFill>
            <a:schemeClr val="tx2"/>
          </a:solidFill>
        </a:defRPr>
      </a:lvl8pPr>
      <a:lvl9pPr eaLnBrk="1" latinLnBrk="0" hangingPunct="1">
        <a:defRPr kumimoji="0" lang="ru-RU">
          <a:solidFill>
            <a:schemeClr val="tx2"/>
          </a:solidFill>
        </a:defRPr>
      </a:lvl9pPr>
      <a:extLst/>
    </p:titleStyle>
    <p:bodyStyle>
      <a:lvl1pPr marL="342900" indent="-342900" algn="l" rtl="0" eaLnBrk="1" latinLnBrk="0" hangingPunct="1">
        <a:spcBef>
          <a:spcPct val="20000"/>
        </a:spcBef>
        <a:buChar char="•"/>
        <a:defRPr kumimoji="0" lang="ru-RU" sz="24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1" latinLnBrk="0" hangingPunct="1">
        <a:spcBef>
          <a:spcPct val="20000"/>
        </a:spcBef>
        <a:buChar char="–"/>
        <a:defRPr kumimoji="0" lang="ru-RU" sz="24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1" latinLnBrk="0" hangingPunct="1">
        <a:spcBef>
          <a:spcPct val="20000"/>
        </a:spcBef>
        <a:buChar char="•"/>
        <a:defRPr kumimoji="0" lang="ru-RU" sz="20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1" latinLnBrk="0" hangingPunct="1">
        <a:spcBef>
          <a:spcPct val="20000"/>
        </a:spcBef>
        <a:buChar char="–"/>
        <a:defRPr kumimoji="0" lang="ru-RU" sz="18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1" latinLnBrk="0" hangingPunct="1">
        <a:spcBef>
          <a:spcPct val="20000"/>
        </a:spcBef>
        <a:buChar char="»"/>
        <a:defRPr kumimoji="0" lang="ru-RU" sz="16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rtl="0" eaLnBrk="1" latinLnBrk="0" hangingPunct="1">
        <a:spcBef>
          <a:spcPct val="20000"/>
        </a:spcBef>
        <a:buChar char="•"/>
        <a:defRPr kumimoji="0" lang="ru-RU" sz="20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rtl="0" eaLnBrk="1" latinLnBrk="0" hangingPunct="1">
        <a:spcBef>
          <a:spcPct val="20000"/>
        </a:spcBef>
        <a:buChar char="•"/>
        <a:defRPr kumimoji="0" lang="ru-RU" sz="20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rtl="0" eaLnBrk="1" latinLnBrk="0" hangingPunct="1">
        <a:spcBef>
          <a:spcPct val="20000"/>
        </a:spcBef>
        <a:buChar char="•"/>
        <a:defRPr kumimoji="0" lang="ru-RU" sz="20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rtl="0" eaLnBrk="1" latinLnBrk="0" hangingPunct="1">
        <a:spcBef>
          <a:spcPct val="20000"/>
        </a:spcBef>
        <a:buChar char="•"/>
        <a:defRPr kumimoji="0" lang="ru-RU" sz="2000">
          <a:solidFill>
            <a:schemeClr val="tx1"/>
          </a:solidFill>
          <a:latin typeface="+mn-lt"/>
          <a:ea typeface="+mn-ea"/>
          <a:cs typeface="+mn-cs"/>
        </a:defRPr>
      </a:lvl9pPr>
      <a:extLst/>
    </p:bodyStyle>
    <p:otherStyle>
      <a:lvl1pPr marL="0" algn="l" rtl="0" eaLnBrk="1" latinLnBrk="0" hangingPunct="1">
        <a:defRPr kumimoji="0" lang="ru-RU">
          <a:solidFill>
            <a:schemeClr val="tx1"/>
          </a:solidFill>
          <a:latin typeface="+mn-lt"/>
          <a:ea typeface="+mn-ea"/>
          <a:cs typeface="+mn-cs"/>
        </a:defRPr>
      </a:lvl1pPr>
      <a:lvl2pPr marL="457200" algn="l" rtl="0" eaLnBrk="1" latinLnBrk="0" hangingPunct="1">
        <a:defRPr kumimoji="0" lang="ru-RU">
          <a:solidFill>
            <a:schemeClr val="tx1"/>
          </a:solidFill>
          <a:latin typeface="+mn-lt"/>
          <a:ea typeface="+mn-ea"/>
          <a:cs typeface="+mn-cs"/>
        </a:defRPr>
      </a:lvl2pPr>
      <a:lvl3pPr marL="914400" algn="l" rtl="0" eaLnBrk="1" latinLnBrk="0" hangingPunct="1">
        <a:defRPr kumimoji="0" lang="ru-RU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rtl="0" eaLnBrk="1" latinLnBrk="0" hangingPunct="1">
        <a:defRPr kumimoji="0" lang="ru-RU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rtl="0" eaLnBrk="1" latinLnBrk="0" hangingPunct="1">
        <a:defRPr kumimoji="0" lang="ru-RU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rtl="0" eaLnBrk="1" latinLnBrk="0" hangingPunct="1">
        <a:defRPr kumimoji="0" lang="ru-RU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rtl="0" eaLnBrk="1" latinLnBrk="0" hangingPunct="1">
        <a:defRPr kumimoji="0" lang="ru-RU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rtl="0" eaLnBrk="1" latinLnBrk="0" hangingPunct="1">
        <a:defRPr kumimoji="0" lang="ru-RU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rtl="0" eaLnBrk="1" latinLnBrk="0" hangingPunct="1">
        <a:defRPr kumimoji="0" lang="ru-RU">
          <a:solidFill>
            <a:schemeClr val="tx1"/>
          </a:solidFill>
          <a:latin typeface="+mn-lt"/>
          <a:ea typeface="+mn-ea"/>
          <a:cs typeface="+mn-cs"/>
        </a:defRPr>
      </a:lvl9pPr>
      <a:extLst/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3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3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hyperlink" Target="https://colorscheme.ru/web-safe-colors.html" TargetMode="External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3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3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3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 descr=""/>
          <p:cNvPicPr>
            <a:picLocks noChangeAspect="1"/>
          </p:cNvPicPr>
          <p:nvPr/>
        </p:nvPicPr>
        <p:blipFill>
          <a:blip r:embed="rId3" cstate="print"/>
          <a:stretch>
            <a:fillRect/>
          </a:stretch>
        </p:blipFill>
        <p:spPr>
          <a:xfrm>
            <a:off x="179512" y="0"/>
            <a:ext cx="2420888" cy="2420888"/>
          </a:xfrm>
          <a:prstGeom prst="rect">
            <a:avLst/>
          </a:prstGeom>
          <a:solidFill>
            <a:srgbClr val="000000">
              <a:shade val="95000"/>
            </a:srgbClr>
          </a:solidFill>
          <a:ln w="444500" cap="sq">
            <a:solidFill>
              <a:srgbClr val="000000"/>
            </a:solidFill>
            <a:miter lim="800000"/>
          </a:ln>
          <a:effectLst>
            <a:outerShdw blurRad="254000" dist="190500" dir="2700000" sy="90000" algn="bl" rotWithShape="0">
              <a:srgbClr val="000000">
                <a:alpha val="40000"/>
              </a:srgbClr>
            </a:outerShdw>
          </a:effectLst>
        </p:spPr>
      </p:pic>
      <p:sp>
        <p:nvSpPr>
          <p:cNvPr id="6" name="TextBox 5"/>
          <p:cNvSpPr txBox="1"/>
          <p:nvPr/>
        </p:nvSpPr>
        <p:spPr>
          <a:xfrm>
            <a:off x="0" y="6021288"/>
            <a:ext cx="8748464" cy="369332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balanced" dir="t">
                <a:rot lat="0" lon="0" rev="2100000"/>
              </a:lightRig>
            </a:scene3d>
            <a:sp3d extrusionH="57150" prstMaterial="metal">
              <a:bevelT w="38100" h="25400"/>
              <a:contourClr>
                <a:schemeClr val="bg2"/>
              </a:contourClr>
            </a:sp3d>
          </a:bodyPr>
          <a:lstStyle/>
          <a:p>
            <a:pPr algn="r"/>
            <a:r>
              <a:rPr lang="ru-RU" b="1" i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/>
            </a:r>
            <a:endParaRPr lang="ru-RU" sz="3600" b="1" i="1" dirty="0">
              <a:ln w="50800"/>
              <a:solidFill>
                <a:schemeClr val="bg1">
                  <a:shade val="50000"/>
                </a:schemeClr>
              </a:solidFill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3131840" y="1844824"/>
            <a:ext cx="5760640" cy="3046988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balanced" dir="t">
                <a:rot lat="0" lon="0" rev="2100000"/>
              </a:lightRig>
            </a:scene3d>
            <a:sp3d extrusionH="57150" prstMaterial="metal">
              <a:bevelT w="38100" h="25400"/>
              <a:contourClr>
                <a:schemeClr val="bg2"/>
              </a:contourClr>
            </a:sp3d>
          </a:bodyPr>
          <a:lstStyle/>
          <a:p>
            <a:pPr algn="r"/>
            <a:r>
              <a:rPr lang="ru-RU" sz="3200" b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Разработка веб-страниц на языке разметки HTML5 с</a:t>
            </a:r>
            <a:r>
              <a:rPr lang="en-US" sz="3200" b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 </a:t>
            </a:r>
            <a:r>
              <a:rPr lang="ru-RU" sz="3200" b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использованием каскадных таблиц стилей CSS3</a:t>
            </a:r>
            <a:endParaRPr lang="ru-RU" sz="3200" b="1" dirty="0">
              <a:ln w="50800"/>
              <a:solidFill>
                <a:schemeClr val="bg1">
                  <a:shade val="50000"/>
                </a:schemeClr>
              </a:solidFill>
            </a:endParaRPr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51520" y="2060848"/>
            <a:ext cx="8640960" cy="2308324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balanced" dir="t">
                <a:rot lat="0" lon="0" rev="2100000"/>
              </a:lightRig>
            </a:scene3d>
            <a:sp3d extrusionH="57150" prstMaterial="metal">
              <a:bevelT w="38100" h="25400"/>
              <a:contourClr>
                <a:schemeClr val="bg2"/>
              </a:contourClr>
            </a:sp3d>
          </a:bodyPr>
          <a:lstStyle/>
          <a:p>
            <a:pPr algn="ctr"/>
            <a:r>
              <a:rPr lang="en-US" sz="4800" b="1" u="sng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2. </a:t>
            </a:r>
            <a:r>
              <a:rPr lang="ru-RU" sz="4800" b="1" u="sng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Форматирование текста при помощи HTML</a:t>
            </a:r>
            <a:endParaRPr lang="ru-RU" sz="4800" b="1" u="sng" dirty="0">
              <a:ln w="50800"/>
              <a:solidFill>
                <a:schemeClr val="bg1">
                  <a:shade val="50000"/>
                </a:schemeClr>
              </a:solidFill>
            </a:endParaRPr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51520" y="2708920"/>
            <a:ext cx="8640960" cy="830997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balanced" dir="t">
                <a:rot lat="0" lon="0" rev="2100000"/>
              </a:lightRig>
            </a:scene3d>
            <a:sp3d extrusionH="57150" prstMaterial="metal">
              <a:bevelT w="38100" h="25400"/>
              <a:contourClr>
                <a:schemeClr val="bg2"/>
              </a:contourClr>
            </a:sp3d>
          </a:bodyPr>
          <a:lstStyle/>
          <a:p>
            <a:pPr algn="ctr"/>
            <a:r>
              <a:rPr lang="en-US" sz="4800" b="1" u="sng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2.1 </a:t>
            </a:r>
            <a:r>
              <a:rPr lang="ru-RU" sz="4800" b="1" u="sng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Классификация тегов</a:t>
            </a:r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51520" y="548680"/>
            <a:ext cx="8640960" cy="1323439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balanced" dir="t">
                <a:rot lat="0" lon="0" rev="2100000"/>
              </a:lightRig>
            </a:scene3d>
            <a:sp3d extrusionH="57150" prstMaterial="metal">
              <a:bevelT w="38100" h="25400"/>
              <a:contourClr>
                <a:schemeClr val="bg2"/>
              </a:contourClr>
            </a:sp3d>
          </a:bodyPr>
          <a:lstStyle/>
          <a:p>
            <a:pPr algn="ctr"/>
            <a:r>
              <a:rPr lang="ru-RU" sz="4000" b="1" i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Линейные (строчные) и блочные</a:t>
            </a:r>
            <a:endParaRPr lang="ru-RU" sz="4000" b="1" i="1" dirty="0">
              <a:ln w="50800"/>
              <a:solidFill>
                <a:schemeClr val="bg1">
                  <a:shade val="50000"/>
                </a:schemeClr>
              </a:solidFill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827584" y="2852936"/>
            <a:ext cx="8640960" cy="1077218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balanced" dir="t">
                <a:rot lat="0" lon="0" rev="2100000"/>
              </a:lightRig>
            </a:scene3d>
            <a:sp3d extrusionH="57150" prstMaterial="metal">
              <a:bevelT w="38100" h="25400"/>
              <a:contourClr>
                <a:schemeClr val="bg2"/>
              </a:contourClr>
            </a:sp3d>
          </a:bodyPr>
          <a:lstStyle/>
          <a:p>
            <a:r>
              <a:rPr lang="pt-BR" sz="3200" b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линейные: &lt;b&gt;, &lt;i&gt;, &lt;u&gt;, &lt;font&gt;;</a:t>
            </a:r>
          </a:p>
          <a:p>
            <a:r>
              <a:rPr lang="pt-BR" sz="3200" b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блочные: &lt;p&gt;, &lt;h1&gt;</a:t>
            </a:r>
            <a:r>
              <a:rPr lang="ru-RU" sz="3200" b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 - </a:t>
            </a:r>
            <a:r>
              <a:rPr lang="pt-BR" sz="3200" b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&lt;h6&gt;</a:t>
            </a:r>
            <a:r>
              <a:rPr lang="en-US" sz="3200" b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.</a:t>
            </a:r>
            <a:endParaRPr lang="ru-RU" sz="3200" b="1" dirty="0" smtClean="0">
              <a:ln w="50800"/>
              <a:solidFill>
                <a:schemeClr val="bg1">
                  <a:shade val="50000"/>
                </a:schemeClr>
              </a:solidFill>
            </a:endParaRPr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51520" y="2060848"/>
            <a:ext cx="8640960" cy="2308324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balanced" dir="t">
                <a:rot lat="0" lon="0" rev="2100000"/>
              </a:lightRig>
            </a:scene3d>
            <a:sp3d extrusionH="57150" prstMaterial="metal">
              <a:bevelT w="38100" h="25400"/>
              <a:contourClr>
                <a:schemeClr val="bg2"/>
              </a:contourClr>
            </a:sp3d>
          </a:bodyPr>
          <a:lstStyle/>
          <a:p>
            <a:pPr algn="ctr"/>
            <a:r>
              <a:rPr lang="en-US" sz="4800" b="1" u="sng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2.2 </a:t>
            </a:r>
            <a:r>
              <a:rPr lang="ru-RU" sz="4800" b="1" u="sng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Модель форматирования текста: заголовки и абзацы.</a:t>
            </a:r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51520" y="548680"/>
            <a:ext cx="8640960" cy="707886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balanced" dir="t">
                <a:rot lat="0" lon="0" rev="2100000"/>
              </a:lightRig>
            </a:scene3d>
            <a:sp3d extrusionH="57150" prstMaterial="metal">
              <a:bevelT w="38100" h="25400"/>
              <a:contourClr>
                <a:schemeClr val="bg2"/>
              </a:contourClr>
            </a:sp3d>
          </a:bodyPr>
          <a:lstStyle/>
          <a:p>
            <a:pPr algn="ctr"/>
            <a:r>
              <a:rPr lang="ru-RU" sz="4000" b="1" i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Заголовки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51520" y="2060848"/>
            <a:ext cx="8640960" cy="2585323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balanced" dir="t">
                <a:rot lat="0" lon="0" rev="2100000"/>
              </a:lightRig>
            </a:scene3d>
            <a:sp3d extrusionH="57150" prstMaterial="metal">
              <a:bevelT w="38100" h="25400"/>
              <a:contourClr>
                <a:schemeClr val="bg2"/>
              </a:contourClr>
            </a:sp3d>
          </a:bodyPr>
          <a:lstStyle/>
          <a:p>
            <a:pPr algn="ctr"/>
            <a:r>
              <a:rPr lang="pt-BR" sz="36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&lt;h1&gt;</a:t>
            </a:r>
            <a:r>
              <a:rPr lang="ru-RU" sz="36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Заголовок</a:t>
            </a:r>
            <a:r>
              <a:rPr lang="en-US" sz="36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 </a:t>
            </a:r>
            <a:r>
              <a:rPr lang="ru-RU" sz="36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первого уровня</a:t>
            </a:r>
            <a:r>
              <a:rPr lang="en-US" sz="36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&lt;/h1&gt;</a:t>
            </a:r>
          </a:p>
          <a:p>
            <a:pPr algn="ctr"/>
            <a:r>
              <a:rPr lang="pt-BR" sz="32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&lt;h2&gt;</a:t>
            </a:r>
            <a:r>
              <a:rPr lang="ru-RU" sz="32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Заголовок второго уровня</a:t>
            </a:r>
            <a:r>
              <a:rPr lang="en-US" sz="32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&lt;/h2&gt;</a:t>
            </a:r>
            <a:endParaRPr lang="en-US" sz="4000" dirty="0" smtClean="0">
              <a:ln w="50800"/>
              <a:solidFill>
                <a:schemeClr val="bg1">
                  <a:shade val="50000"/>
                </a:schemeClr>
              </a:solidFill>
            </a:endParaRPr>
          </a:p>
          <a:p>
            <a:pPr algn="ctr"/>
            <a:r>
              <a:rPr lang="pt-BR" sz="28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&lt;h3&gt;</a:t>
            </a:r>
            <a:r>
              <a:rPr lang="ru-RU" sz="28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Заголовок третьего уровня</a:t>
            </a:r>
            <a:r>
              <a:rPr lang="en-US" sz="28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&lt;/h3&gt;</a:t>
            </a:r>
          </a:p>
          <a:p>
            <a:pPr algn="ctr"/>
            <a:r>
              <a:rPr lang="pt-BR" sz="24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&lt;h4&gt;</a:t>
            </a:r>
            <a:r>
              <a:rPr lang="ru-RU" sz="24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Заголовок четвертого уровня</a:t>
            </a:r>
            <a:r>
              <a:rPr lang="en-US" sz="24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&lt;/h4&gt;</a:t>
            </a:r>
          </a:p>
          <a:p>
            <a:pPr algn="ctr"/>
            <a:r>
              <a:rPr lang="pt-BR" sz="20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&lt;h5&gt;</a:t>
            </a:r>
            <a:r>
              <a:rPr lang="ru-RU" sz="20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Заголовок пятого уровня</a:t>
            </a:r>
            <a:r>
              <a:rPr lang="en-US" sz="20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&lt;/h5&gt;</a:t>
            </a:r>
          </a:p>
          <a:p>
            <a:pPr algn="ctr"/>
            <a:r>
              <a:rPr lang="pt-BR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&lt;h6&gt;</a:t>
            </a:r>
            <a:r>
              <a:rPr lang="ru-RU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Заголовок шестого уровня</a:t>
            </a:r>
            <a:r>
              <a:rPr lang="en-US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&lt;/h6&gt;</a:t>
            </a:r>
            <a:endParaRPr lang="ru-RU" sz="4000" dirty="0" smtClean="0">
              <a:ln w="50800"/>
              <a:solidFill>
                <a:schemeClr val="bg1">
                  <a:shade val="50000"/>
                </a:schemeClr>
              </a:solidFill>
            </a:endParaRPr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251520" y="179249"/>
            <a:ext cx="8640960" cy="5139869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balanced" dir="t">
                <a:rot lat="0" lon="0" rev="2100000"/>
              </a:lightRig>
            </a:scene3d>
            <a:sp3d extrusionH="57150" prstMaterial="metal">
              <a:bevelT w="38100" h="25400"/>
              <a:contourClr>
                <a:schemeClr val="bg2"/>
              </a:contourClr>
            </a:sp3d>
          </a:bodyPr>
          <a:lstStyle/>
          <a:p>
            <a:pPr algn="ctr"/>
            <a:r>
              <a:rPr lang="pt-BR" sz="32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&lt;h1&gt;</a:t>
            </a:r>
            <a:r>
              <a:rPr lang="ru-RU" sz="32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Заголовок</a:t>
            </a:r>
            <a:r>
              <a:rPr lang="en-US" sz="32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 </a:t>
            </a:r>
            <a:r>
              <a:rPr lang="ru-RU" sz="32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первого уровня</a:t>
            </a:r>
            <a:r>
              <a:rPr lang="en-US" sz="32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&lt;/h1&gt;</a:t>
            </a:r>
            <a:endParaRPr lang="ru-RU" sz="3200" dirty="0" smtClean="0">
              <a:ln w="50800"/>
              <a:solidFill>
                <a:schemeClr val="bg1">
                  <a:shade val="50000"/>
                </a:schemeClr>
              </a:solidFill>
            </a:endParaRPr>
          </a:p>
          <a:p>
            <a:pPr algn="ctr"/>
            <a:endParaRPr lang="ru-RU" sz="3200" dirty="0" smtClean="0">
              <a:ln w="50800"/>
              <a:solidFill>
                <a:schemeClr val="bg1">
                  <a:shade val="50000"/>
                </a:schemeClr>
              </a:solidFill>
            </a:endParaRPr>
          </a:p>
          <a:p>
            <a:r>
              <a:rPr lang="ru-RU" sz="24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Заголовок самого верхнего уровня, на странице рекомендуется использовать только один раз, по возможности частично дублируя заглавие страницы.</a:t>
            </a:r>
          </a:p>
          <a:p>
            <a:endParaRPr lang="ru-RU" sz="2400" dirty="0" smtClean="0">
              <a:ln w="50800"/>
              <a:solidFill>
                <a:schemeClr val="bg1">
                  <a:shade val="50000"/>
                </a:schemeClr>
              </a:solidFill>
            </a:endParaRPr>
          </a:p>
          <a:p>
            <a:r>
              <a:rPr lang="ru-RU" sz="24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Тег &lt;h1&gt; должен быть уникальным для каждой страницы сайта. Рекомендуется прописывать тег в начале статьи, используя ключевое слово в тексте заголовка. </a:t>
            </a:r>
          </a:p>
          <a:p>
            <a:endParaRPr lang="ru-RU" sz="2400" dirty="0" smtClean="0">
              <a:ln w="50800"/>
              <a:solidFill>
                <a:schemeClr val="bg1">
                  <a:shade val="50000"/>
                </a:schemeClr>
              </a:solidFill>
            </a:endParaRPr>
          </a:p>
          <a:p>
            <a:r>
              <a:rPr lang="ru-RU" sz="24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Размер шрифта в браузере равен 2em, верхний и нижний отступ по умолчанию 0.67em.</a:t>
            </a:r>
            <a:endParaRPr lang="en-US" sz="2400" dirty="0" smtClean="0">
              <a:ln w="50800"/>
              <a:solidFill>
                <a:schemeClr val="bg1">
                  <a:shade val="50000"/>
                </a:schemeClr>
              </a:solidFill>
            </a:endParaRPr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251520" y="188640"/>
            <a:ext cx="8640960" cy="6401753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balanced" dir="t">
                <a:rot lat="0" lon="0" rev="2100000"/>
              </a:lightRig>
            </a:scene3d>
            <a:sp3d extrusionH="57150" prstMaterial="metal">
              <a:bevelT w="38100" h="25400"/>
              <a:contourClr>
                <a:schemeClr val="bg2"/>
              </a:contourClr>
            </a:sp3d>
          </a:bodyPr>
          <a:lstStyle/>
          <a:p>
            <a:pPr algn="ctr"/>
            <a:r>
              <a:rPr lang="pt-BR" sz="3200" b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&lt;h2&gt;</a:t>
            </a:r>
            <a:r>
              <a:rPr lang="ru-RU" sz="3200" b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Заголовок второго уровня</a:t>
            </a:r>
            <a:r>
              <a:rPr lang="en-US" sz="3200" b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&lt;/h2&gt;</a:t>
            </a:r>
            <a:endParaRPr lang="ru-RU" sz="3200" b="1" dirty="0" smtClean="0">
              <a:ln w="50800"/>
              <a:solidFill>
                <a:schemeClr val="bg1">
                  <a:shade val="50000"/>
                </a:schemeClr>
              </a:solidFill>
            </a:endParaRPr>
          </a:p>
          <a:p>
            <a:r>
              <a:rPr lang="ru-RU" sz="24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Им обозначаются подзаголовки тега &lt;h1&gt;. Размер шрифта в браузере равен 1.5em, верхний и нижний отступ по умолчанию 0.83em.</a:t>
            </a:r>
          </a:p>
          <a:p>
            <a:endParaRPr lang="en-US" sz="2400" dirty="0" smtClean="0">
              <a:ln w="50800"/>
              <a:solidFill>
                <a:schemeClr val="bg1">
                  <a:shade val="50000"/>
                </a:schemeClr>
              </a:solidFill>
            </a:endParaRPr>
          </a:p>
          <a:p>
            <a:pPr algn="ctr"/>
            <a:r>
              <a:rPr lang="pt-BR" sz="2800" b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&lt;h3&gt;</a:t>
            </a:r>
            <a:r>
              <a:rPr lang="ru-RU" sz="2800" b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Заголовок третьего уровня</a:t>
            </a:r>
            <a:r>
              <a:rPr lang="en-US" sz="2800" b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&lt;/h3&gt;</a:t>
            </a:r>
            <a:endParaRPr lang="ru-RU" sz="2800" b="1" dirty="0" smtClean="0">
              <a:ln w="50800"/>
              <a:solidFill>
                <a:schemeClr val="bg1">
                  <a:shade val="50000"/>
                </a:schemeClr>
              </a:solidFill>
            </a:endParaRPr>
          </a:p>
          <a:p>
            <a:pPr algn="ctr"/>
            <a:r>
              <a:rPr lang="ru-RU" sz="24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Показывает подзаголовки тега &lt;h2&gt;. Размер шрифта в браузере равен 1.17em, верхний и нижний отступ по умолчанию 1em.</a:t>
            </a:r>
          </a:p>
          <a:p>
            <a:pPr algn="ctr"/>
            <a:endParaRPr lang="en-US" sz="2400" dirty="0" smtClean="0">
              <a:ln w="50800"/>
              <a:solidFill>
                <a:schemeClr val="bg1">
                  <a:shade val="50000"/>
                </a:schemeClr>
              </a:solidFill>
            </a:endParaRPr>
          </a:p>
          <a:p>
            <a:pPr algn="ctr"/>
            <a:r>
              <a:rPr lang="pt-BR" sz="2400" b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&lt;h4&gt;</a:t>
            </a:r>
            <a:r>
              <a:rPr lang="ru-RU" sz="2400" b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Заголовок четвертого уровня</a:t>
            </a:r>
            <a:r>
              <a:rPr lang="en-US" sz="2400" b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&lt;/h4&gt;</a:t>
            </a:r>
          </a:p>
          <a:p>
            <a:pPr algn="ctr"/>
            <a:r>
              <a:rPr lang="pt-BR" sz="2000" b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&lt;h5&gt;</a:t>
            </a:r>
            <a:r>
              <a:rPr lang="ru-RU" sz="2000" b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Заголовок пятого уровня</a:t>
            </a:r>
            <a:r>
              <a:rPr lang="en-US" sz="2000" b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&lt;/h5&gt;</a:t>
            </a:r>
          </a:p>
          <a:p>
            <a:pPr algn="ctr"/>
            <a:r>
              <a:rPr lang="pt-BR" b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&lt;h6&gt;</a:t>
            </a:r>
            <a:r>
              <a:rPr lang="ru-RU" b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Заголовок шестого уровня</a:t>
            </a:r>
            <a:r>
              <a:rPr lang="en-US" b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&lt;/h6&gt;</a:t>
            </a:r>
            <a:endParaRPr lang="ru-RU" b="1" dirty="0" smtClean="0">
              <a:ln w="50800"/>
              <a:solidFill>
                <a:schemeClr val="bg1">
                  <a:shade val="50000"/>
                </a:schemeClr>
              </a:solidFill>
            </a:endParaRPr>
          </a:p>
          <a:p>
            <a:pPr algn="ctr"/>
            <a:r>
              <a:rPr lang="ru-RU" sz="24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Обозначают подзаголовки четвёртого, пятого и шестого уровня. Размер шрифта в браузере равен 1em / 0.83em / 0.67em, верхний и нижний отступ по умолчанию 1.33em / 1.67em/ 2.33em соответственно.</a:t>
            </a:r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51520" y="332656"/>
            <a:ext cx="8640960" cy="58477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balanced" dir="t">
                <a:rot lat="0" lon="0" rev="2100000"/>
              </a:lightRig>
            </a:scene3d>
            <a:sp3d extrusionH="57150" prstMaterial="metal">
              <a:bevelT w="38100" h="25400"/>
              <a:contourClr>
                <a:schemeClr val="bg2"/>
              </a:contourClr>
            </a:sp3d>
          </a:bodyPr>
          <a:lstStyle/>
          <a:p>
            <a:pPr algn="ctr"/>
            <a:r>
              <a:rPr lang="ru-RU" sz="3200" b="1" i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Единицы измерения: " </a:t>
            </a:r>
            <a:r>
              <a:rPr lang="ru-RU" sz="3200" b="1" i="1" dirty="0" err="1" smtClean="0">
                <a:ln w="50800"/>
                <a:solidFill>
                  <a:schemeClr val="bg1">
                    <a:shade val="50000"/>
                  </a:schemeClr>
                </a:solidFill>
              </a:rPr>
              <a:t>em</a:t>
            </a:r>
            <a:r>
              <a:rPr lang="ru-RU" sz="3200" b="1" i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", " </a:t>
            </a:r>
            <a:r>
              <a:rPr lang="ru-RU" sz="3200" b="1" i="1" dirty="0" err="1" smtClean="0">
                <a:ln w="50800"/>
                <a:solidFill>
                  <a:schemeClr val="bg1">
                    <a:shade val="50000"/>
                  </a:schemeClr>
                </a:solidFill>
              </a:rPr>
              <a:t>px</a:t>
            </a:r>
            <a:r>
              <a:rPr lang="ru-RU" sz="3200" b="1" i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", "</a:t>
            </a:r>
            <a:r>
              <a:rPr lang="en-US" sz="3200" b="1" i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%</a:t>
            </a:r>
            <a:r>
              <a:rPr lang="ru-RU" sz="3200" b="1" i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"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51520" y="1196752"/>
            <a:ext cx="8640960" cy="2677656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balanced" dir="t">
                <a:rot lat="0" lon="0" rev="2100000"/>
              </a:lightRig>
            </a:scene3d>
            <a:sp3d extrusionH="57150" prstMaterial="metal">
              <a:bevelT w="38100" h="25400"/>
              <a:contourClr>
                <a:schemeClr val="bg2"/>
              </a:contourClr>
            </a:sp3d>
          </a:bodyPr>
          <a:lstStyle/>
          <a:p>
            <a:r>
              <a:rPr lang="ru-RU" sz="24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1em – текущий размер шрифта.</a:t>
            </a:r>
            <a:endParaRPr lang="en-US" sz="2400" dirty="0" smtClean="0">
              <a:ln w="50800"/>
              <a:solidFill>
                <a:schemeClr val="bg1">
                  <a:shade val="50000"/>
                </a:schemeClr>
              </a:solidFill>
            </a:endParaRPr>
          </a:p>
          <a:p>
            <a:endParaRPr lang="ru-RU" sz="2400" dirty="0" smtClean="0">
              <a:ln w="50800"/>
              <a:solidFill>
                <a:schemeClr val="bg1">
                  <a:shade val="50000"/>
                </a:schemeClr>
              </a:solidFill>
            </a:endParaRPr>
          </a:p>
          <a:p>
            <a:r>
              <a:rPr lang="ru-RU" sz="24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Можно брать любые пропорции от текущего шрифта: 2em, 0.5em и т.п.</a:t>
            </a:r>
            <a:endParaRPr lang="en-US" sz="2400" dirty="0" smtClean="0">
              <a:ln w="50800"/>
              <a:solidFill>
                <a:schemeClr val="bg1">
                  <a:shade val="50000"/>
                </a:schemeClr>
              </a:solidFill>
            </a:endParaRPr>
          </a:p>
          <a:p>
            <a:endParaRPr lang="ru-RU" sz="2400" dirty="0" smtClean="0">
              <a:ln w="50800"/>
              <a:solidFill>
                <a:schemeClr val="bg1">
                  <a:shade val="50000"/>
                </a:schemeClr>
              </a:solidFill>
            </a:endParaRPr>
          </a:p>
          <a:p>
            <a:r>
              <a:rPr lang="ru-RU" sz="24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Размеры в </a:t>
            </a:r>
            <a:r>
              <a:rPr lang="ru-RU" sz="2400" dirty="0" err="1" smtClean="0">
                <a:ln w="50800"/>
                <a:solidFill>
                  <a:schemeClr val="bg1">
                    <a:shade val="50000"/>
                  </a:schemeClr>
                </a:solidFill>
              </a:rPr>
              <a:t>em</a:t>
            </a:r>
            <a:r>
              <a:rPr lang="ru-RU" sz="24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 – относительные, они определяются по текущему контексту.</a:t>
            </a:r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51520" y="332656"/>
            <a:ext cx="8640960" cy="58477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balanced" dir="t">
                <a:rot lat="0" lon="0" rev="2100000"/>
              </a:lightRig>
            </a:scene3d>
            <a:sp3d extrusionH="57150" prstMaterial="metal">
              <a:bevelT w="38100" h="25400"/>
              <a:contourClr>
                <a:schemeClr val="bg2"/>
              </a:contourClr>
            </a:sp3d>
          </a:bodyPr>
          <a:lstStyle/>
          <a:p>
            <a:pPr algn="ctr"/>
            <a:r>
              <a:rPr lang="ru-RU" sz="3200" b="1" i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Единицы измерения: "</a:t>
            </a:r>
            <a:r>
              <a:rPr lang="ru-RU" sz="3200" b="1" i="1" dirty="0" err="1" smtClean="0">
                <a:ln w="50800"/>
                <a:solidFill>
                  <a:schemeClr val="bg1">
                    <a:shade val="50000"/>
                  </a:schemeClr>
                </a:solidFill>
              </a:rPr>
              <a:t>em</a:t>
            </a:r>
            <a:r>
              <a:rPr lang="ru-RU" sz="3200" b="1" i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", " </a:t>
            </a:r>
            <a:r>
              <a:rPr lang="ru-RU" sz="3200" b="1" i="1" dirty="0" err="1" smtClean="0">
                <a:ln w="50800"/>
                <a:solidFill>
                  <a:schemeClr val="bg1">
                    <a:shade val="50000"/>
                  </a:schemeClr>
                </a:solidFill>
              </a:rPr>
              <a:t>px</a:t>
            </a:r>
            <a:r>
              <a:rPr lang="ru-RU" sz="3200" b="1" i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", "</a:t>
            </a:r>
            <a:r>
              <a:rPr lang="en-US" sz="3200" b="1" i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%</a:t>
            </a:r>
            <a:r>
              <a:rPr lang="ru-RU" sz="3200" b="1" i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"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51520" y="1196752"/>
            <a:ext cx="8640960" cy="5632311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balanced" dir="t">
                <a:rot lat="0" lon="0" rev="2100000"/>
              </a:lightRig>
            </a:scene3d>
            <a:sp3d extrusionH="57150" prstMaterial="metal">
              <a:bevelT w="38100" h="25400"/>
              <a:contourClr>
                <a:schemeClr val="bg2"/>
              </a:contourClr>
            </a:sp3d>
          </a:bodyPr>
          <a:lstStyle/>
          <a:p>
            <a:r>
              <a:rPr lang="ru-RU" sz="2400" b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Пиксель </a:t>
            </a:r>
            <a:r>
              <a:rPr lang="ru-RU" sz="2400" b="1" dirty="0" err="1" smtClean="0">
                <a:ln w="50800"/>
                <a:solidFill>
                  <a:schemeClr val="bg1">
                    <a:shade val="50000"/>
                  </a:schemeClr>
                </a:solidFill>
              </a:rPr>
              <a:t>px</a:t>
            </a:r>
            <a:r>
              <a:rPr lang="ru-RU" sz="24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 – это самая базовая, абсолютная и окончательная единица измерения.</a:t>
            </a:r>
          </a:p>
          <a:p>
            <a:r>
              <a:rPr lang="ru-RU" sz="24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Количество пикселей задаётся в настройках разрешения экрана, один </a:t>
            </a:r>
            <a:r>
              <a:rPr lang="ru-RU" sz="2400" dirty="0" err="1" smtClean="0">
                <a:ln w="50800"/>
                <a:solidFill>
                  <a:schemeClr val="bg1">
                    <a:shade val="50000"/>
                  </a:schemeClr>
                </a:solidFill>
              </a:rPr>
              <a:t>px</a:t>
            </a:r>
            <a:r>
              <a:rPr lang="ru-RU" sz="24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 – это как раз один такой пиксель на экране. Все значения браузер в итоге пересчитает в пиксели.</a:t>
            </a:r>
          </a:p>
          <a:p>
            <a:endParaRPr lang="ru-RU" sz="2400" dirty="0" smtClean="0">
              <a:ln w="50800"/>
              <a:solidFill>
                <a:schemeClr val="bg1">
                  <a:shade val="50000"/>
                </a:schemeClr>
              </a:solidFill>
            </a:endParaRPr>
          </a:p>
          <a:p>
            <a:r>
              <a:rPr lang="ru-RU" sz="24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Пиксели могут быть дробными, например размер можно задать в 16.5px</a:t>
            </a:r>
          </a:p>
          <a:p>
            <a:endParaRPr lang="ru-RU" sz="2400" dirty="0" smtClean="0">
              <a:ln w="50800"/>
              <a:solidFill>
                <a:schemeClr val="bg1">
                  <a:shade val="50000"/>
                </a:schemeClr>
              </a:solidFill>
            </a:endParaRPr>
          </a:p>
          <a:p>
            <a:r>
              <a:rPr lang="ru-RU" sz="20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Достоинства -Главное достоинство пикселя – чёткость и понятность</a:t>
            </a:r>
          </a:p>
          <a:p>
            <a:endParaRPr lang="ru-RU" sz="2000" dirty="0" smtClean="0">
              <a:ln w="50800"/>
              <a:solidFill>
                <a:schemeClr val="bg1">
                  <a:shade val="50000"/>
                </a:schemeClr>
              </a:solidFill>
            </a:endParaRPr>
          </a:p>
          <a:p>
            <a:r>
              <a:rPr lang="ru-RU" sz="20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Недостатки -Другие единицы измерения – в некотором смысле «мощнее», они являются относительными и позволяют устанавливать соотношения между различными размерами</a:t>
            </a:r>
          </a:p>
          <a:p>
            <a:endParaRPr lang="ru-RU" sz="2000" dirty="0" smtClean="0">
              <a:ln w="50800"/>
              <a:solidFill>
                <a:schemeClr val="bg1">
                  <a:shade val="50000"/>
                </a:schemeClr>
              </a:solidFill>
            </a:endParaRPr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51520" y="332656"/>
            <a:ext cx="8640960" cy="58477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balanced" dir="t">
                <a:rot lat="0" lon="0" rev="2100000"/>
              </a:lightRig>
            </a:scene3d>
            <a:sp3d extrusionH="57150" prstMaterial="metal">
              <a:bevelT w="38100" h="25400"/>
              <a:contourClr>
                <a:schemeClr val="bg2"/>
              </a:contourClr>
            </a:sp3d>
          </a:bodyPr>
          <a:lstStyle/>
          <a:p>
            <a:pPr algn="ctr"/>
            <a:r>
              <a:rPr lang="ru-RU" sz="3200" b="1" i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Единицы измерения: " </a:t>
            </a:r>
            <a:r>
              <a:rPr lang="ru-RU" sz="3200" b="1" i="1" dirty="0" err="1" smtClean="0">
                <a:ln w="50800"/>
                <a:solidFill>
                  <a:schemeClr val="bg1">
                    <a:shade val="50000"/>
                  </a:schemeClr>
                </a:solidFill>
              </a:rPr>
              <a:t>em</a:t>
            </a:r>
            <a:r>
              <a:rPr lang="ru-RU" sz="3200" b="1" i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", " </a:t>
            </a:r>
            <a:r>
              <a:rPr lang="ru-RU" sz="3200" b="1" i="1" dirty="0" err="1" smtClean="0">
                <a:ln w="50800"/>
                <a:solidFill>
                  <a:schemeClr val="bg1">
                    <a:shade val="50000"/>
                  </a:schemeClr>
                </a:solidFill>
              </a:rPr>
              <a:t>px</a:t>
            </a:r>
            <a:r>
              <a:rPr lang="ru-RU" sz="3200" b="1" i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", "</a:t>
            </a:r>
            <a:r>
              <a:rPr lang="en-US" sz="3200" b="1" i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%</a:t>
            </a:r>
            <a:r>
              <a:rPr lang="ru-RU" sz="3200" b="1" i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"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51520" y="1196752"/>
            <a:ext cx="8640960" cy="4893647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balanced" dir="t">
                <a:rot lat="0" lon="0" rev="2100000"/>
              </a:lightRig>
            </a:scene3d>
            <a:sp3d extrusionH="57150" prstMaterial="metal">
              <a:bevelT w="38100" h="25400"/>
              <a:contourClr>
                <a:schemeClr val="bg2"/>
              </a:contourClr>
            </a:sp3d>
          </a:bodyPr>
          <a:lstStyle/>
          <a:p>
            <a:r>
              <a:rPr lang="ru-RU" sz="24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Существуют также «производные» от пикселя единицы измерения: </a:t>
            </a:r>
            <a:r>
              <a:rPr lang="ru-RU" sz="2400" dirty="0" err="1" smtClean="0">
                <a:ln w="50800"/>
                <a:solidFill>
                  <a:schemeClr val="bg1">
                    <a:shade val="50000"/>
                  </a:schemeClr>
                </a:solidFill>
              </a:rPr>
              <a:t>mm</a:t>
            </a:r>
            <a:r>
              <a:rPr lang="ru-RU" sz="24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, </a:t>
            </a:r>
            <a:r>
              <a:rPr lang="ru-RU" sz="2400" dirty="0" err="1" smtClean="0">
                <a:ln w="50800"/>
                <a:solidFill>
                  <a:schemeClr val="bg1">
                    <a:shade val="50000"/>
                  </a:schemeClr>
                </a:solidFill>
              </a:rPr>
              <a:t>cm</a:t>
            </a:r>
            <a:r>
              <a:rPr lang="ru-RU" sz="24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, </a:t>
            </a:r>
            <a:r>
              <a:rPr lang="ru-RU" sz="2400" dirty="0" err="1" smtClean="0">
                <a:ln w="50800"/>
                <a:solidFill>
                  <a:schemeClr val="bg1">
                    <a:shade val="50000"/>
                  </a:schemeClr>
                </a:solidFill>
              </a:rPr>
              <a:t>pt</a:t>
            </a:r>
            <a:r>
              <a:rPr lang="ru-RU" sz="24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 и </a:t>
            </a:r>
            <a:r>
              <a:rPr lang="ru-RU" sz="2400" dirty="0" err="1" smtClean="0">
                <a:ln w="50800"/>
                <a:solidFill>
                  <a:schemeClr val="bg1">
                    <a:shade val="50000"/>
                  </a:schemeClr>
                </a:solidFill>
              </a:rPr>
              <a:t>pc</a:t>
            </a:r>
            <a:r>
              <a:rPr lang="ru-RU" sz="24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, но они давно отправились на свалку истории.</a:t>
            </a:r>
          </a:p>
          <a:p>
            <a:endParaRPr lang="ru-RU" sz="2400" dirty="0" smtClean="0">
              <a:ln w="50800"/>
              <a:solidFill>
                <a:schemeClr val="bg1">
                  <a:shade val="50000"/>
                </a:schemeClr>
              </a:solidFill>
            </a:endParaRPr>
          </a:p>
          <a:p>
            <a:r>
              <a:rPr lang="ru-RU" sz="24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Значения:</a:t>
            </a:r>
          </a:p>
          <a:p>
            <a:r>
              <a:rPr lang="ru-RU" sz="24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1mm (мм) = 3.8px</a:t>
            </a:r>
          </a:p>
          <a:p>
            <a:r>
              <a:rPr lang="ru-RU" sz="24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1cm (см) = 38px</a:t>
            </a:r>
          </a:p>
          <a:p>
            <a:r>
              <a:rPr lang="ru-RU" sz="24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1pt (типографский пункт) = 4/3 </a:t>
            </a:r>
            <a:r>
              <a:rPr lang="ru-RU" sz="2400" dirty="0" err="1" smtClean="0">
                <a:ln w="50800"/>
                <a:solidFill>
                  <a:schemeClr val="bg1">
                    <a:shade val="50000"/>
                  </a:schemeClr>
                </a:solidFill>
              </a:rPr>
              <a:t>px</a:t>
            </a:r>
            <a:endParaRPr lang="ru-RU" sz="2400" dirty="0" smtClean="0">
              <a:ln w="50800"/>
              <a:solidFill>
                <a:schemeClr val="bg1">
                  <a:shade val="50000"/>
                </a:schemeClr>
              </a:solidFill>
            </a:endParaRPr>
          </a:p>
          <a:p>
            <a:r>
              <a:rPr lang="ru-RU" sz="24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1pc (типографская пика) = 16px</a:t>
            </a:r>
          </a:p>
          <a:p>
            <a:endParaRPr lang="ru-RU" sz="2400" dirty="0" smtClean="0">
              <a:ln w="50800"/>
              <a:solidFill>
                <a:schemeClr val="bg1">
                  <a:shade val="50000"/>
                </a:schemeClr>
              </a:solidFill>
            </a:endParaRPr>
          </a:p>
          <a:p>
            <a:r>
              <a:rPr lang="ru-RU" sz="24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Так как браузер пересчитывает эти значения в пиксели, то смысла в их употреблении нет.</a:t>
            </a:r>
          </a:p>
          <a:p>
            <a:endParaRPr lang="ru-RU" sz="2400" dirty="0" smtClean="0">
              <a:ln w="50800"/>
              <a:solidFill>
                <a:schemeClr val="bg1">
                  <a:shade val="50000"/>
                </a:schemeClr>
              </a:solidFill>
            </a:endParaRPr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51520" y="2492896"/>
            <a:ext cx="8640960" cy="1077218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balanced" dir="t">
                <a:rot lat="0" lon="0" rev="2100000"/>
              </a:lightRig>
            </a:scene3d>
            <a:sp3d extrusionH="57150" prstMaterial="metal">
              <a:bevelT w="38100" h="25400"/>
              <a:contourClr>
                <a:schemeClr val="bg2"/>
              </a:contourClr>
            </a:sp3d>
          </a:bodyPr>
          <a:lstStyle/>
          <a:p>
            <a:pPr algn="ctr"/>
            <a:r>
              <a:rPr lang="ru-RU" sz="3200" b="1" i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Почему в сантиметре </a:t>
            </a:r>
            <a:r>
              <a:rPr lang="ru-RU" sz="3200" b="1" i="1" dirty="0" err="1" smtClean="0">
                <a:ln w="50800"/>
                <a:solidFill>
                  <a:schemeClr val="bg1">
                    <a:shade val="50000"/>
                  </a:schemeClr>
                </a:solidFill>
              </a:rPr>
              <a:t>cm</a:t>
            </a:r>
            <a:r>
              <a:rPr lang="ru-RU" sz="3200" b="1" i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 </a:t>
            </a:r>
          </a:p>
          <a:p>
            <a:pPr algn="ctr"/>
            <a:r>
              <a:rPr lang="ru-RU" sz="3200" b="1" i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содержится ровно 38 пикселей?</a:t>
            </a:r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251520" y="692696"/>
            <a:ext cx="8640960" cy="5262979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balanced" dir="t">
                <a:rot lat="0" lon="0" rev="2100000"/>
              </a:lightRig>
            </a:scene3d>
            <a:sp3d extrusionH="57150" prstMaterial="metal">
              <a:bevelT w="38100" h="25400"/>
              <a:contourClr>
                <a:schemeClr val="bg2"/>
              </a:contourClr>
            </a:sp3d>
          </a:bodyPr>
          <a:lstStyle/>
          <a:p>
            <a:r>
              <a:rPr lang="ru-RU" sz="24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В реальной жизни сантиметр – это эталон длины, одна сотая метра. А пиксель может быть разным, в зависимости от экрана.</a:t>
            </a:r>
          </a:p>
          <a:p>
            <a:endParaRPr lang="ru-RU" sz="2400" dirty="0" smtClean="0">
              <a:ln w="50800"/>
              <a:solidFill>
                <a:schemeClr val="bg1">
                  <a:shade val="50000"/>
                </a:schemeClr>
              </a:solidFill>
            </a:endParaRPr>
          </a:p>
          <a:p>
            <a:r>
              <a:rPr lang="ru-RU" sz="24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Но в </a:t>
            </a:r>
            <a:r>
              <a:rPr lang="ru-RU" sz="2400" smtClean="0">
                <a:ln w="50800"/>
                <a:solidFill>
                  <a:schemeClr val="bg1">
                    <a:shade val="50000"/>
                  </a:schemeClr>
                </a:solidFill>
              </a:rPr>
              <a:t>формуле под </a:t>
            </a:r>
            <a:r>
              <a:rPr lang="ru-RU" sz="24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пикселем понимается «сферический пиксель в вакууме», точка на «стандартизованном экране», характеристики которого описаны в спецификации.</a:t>
            </a:r>
          </a:p>
          <a:p>
            <a:endParaRPr lang="ru-RU" sz="2400" dirty="0" smtClean="0">
              <a:ln w="50800"/>
              <a:solidFill>
                <a:schemeClr val="bg1">
                  <a:shade val="50000"/>
                </a:schemeClr>
              </a:solidFill>
            </a:endParaRPr>
          </a:p>
          <a:p>
            <a:r>
              <a:rPr lang="ru-RU" sz="24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Поэтому ни о каком соответствии </a:t>
            </a:r>
            <a:r>
              <a:rPr lang="ru-RU" sz="2400" dirty="0" err="1" smtClean="0">
                <a:ln w="50800"/>
                <a:solidFill>
                  <a:schemeClr val="bg1">
                    <a:shade val="50000"/>
                  </a:schemeClr>
                </a:solidFill>
              </a:rPr>
              <a:t>cm</a:t>
            </a:r>
            <a:r>
              <a:rPr lang="ru-RU" sz="24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 реальному сантиметру здесь нет и речи. Это полностью синтетическая и производная единица измерения, которая не нужна.</a:t>
            </a:r>
          </a:p>
          <a:p>
            <a:endParaRPr lang="ru-RU" sz="2400" dirty="0" smtClean="0">
              <a:ln w="50800"/>
              <a:solidFill>
                <a:schemeClr val="bg1">
                  <a:shade val="50000"/>
                </a:schemeClr>
              </a:solidFill>
            </a:endParaRPr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251520" y="2348880"/>
            <a:ext cx="8640960" cy="1200329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balanced" dir="t">
                <a:rot lat="0" lon="0" rev="2100000"/>
              </a:lightRig>
            </a:scene3d>
            <a:sp3d extrusionH="57150" prstMaterial="metal">
              <a:bevelT w="38100" h="25400"/>
              <a:contourClr>
                <a:schemeClr val="bg2"/>
              </a:contourClr>
            </a:sp3d>
          </a:bodyPr>
          <a:lstStyle/>
          <a:p>
            <a:pPr algn="ctr"/>
            <a:r>
              <a:rPr lang="ru-RU" sz="3600" i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Как прописать заголовку </a:t>
            </a:r>
            <a:r>
              <a:rPr lang="en-US" sz="3600" i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h1 </a:t>
            </a:r>
            <a:r>
              <a:rPr lang="ru-RU" sz="3600" i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размер шрифта?</a:t>
            </a:r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251520" y="2348880"/>
            <a:ext cx="8640960" cy="1754326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balanced" dir="t">
                <a:rot lat="0" lon="0" rev="2100000"/>
              </a:lightRig>
            </a:scene3d>
            <a:sp3d extrusionH="57150" prstMaterial="metal">
              <a:bevelT w="38100" h="25400"/>
              <a:contourClr>
                <a:schemeClr val="bg2"/>
              </a:contourClr>
            </a:sp3d>
          </a:bodyPr>
          <a:lstStyle/>
          <a:p>
            <a:pPr algn="ctr"/>
            <a:r>
              <a:rPr lang="fr-FR" sz="36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&lt;h1&gt;&lt;font size="</a:t>
            </a:r>
            <a:r>
              <a:rPr lang="ru-RU" sz="36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6</a:t>
            </a:r>
            <a:r>
              <a:rPr lang="fr-FR" sz="36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"&gt;</a:t>
            </a:r>
            <a:endParaRPr lang="ru-RU" sz="3600" dirty="0" smtClean="0">
              <a:ln w="50800"/>
              <a:solidFill>
                <a:schemeClr val="bg1">
                  <a:shade val="50000"/>
                </a:schemeClr>
              </a:solidFill>
            </a:endParaRPr>
          </a:p>
          <a:p>
            <a:pPr algn="ctr"/>
            <a:r>
              <a:rPr lang="ru-RU" sz="36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Заголовок</a:t>
            </a:r>
          </a:p>
          <a:p>
            <a:pPr algn="ctr"/>
            <a:r>
              <a:rPr lang="fr-FR" sz="36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&lt;/font&gt;&lt;/h1&gt;</a:t>
            </a:r>
            <a:endParaRPr lang="ru-RU" sz="3600" dirty="0" smtClean="0">
              <a:ln w="50800"/>
              <a:solidFill>
                <a:schemeClr val="bg1">
                  <a:shade val="50000"/>
                </a:schemeClr>
              </a:solidFill>
            </a:endParaRPr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251520" y="1124744"/>
            <a:ext cx="8640960" cy="3970318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balanced" dir="t">
                <a:rot lat="0" lon="0" rev="2100000"/>
              </a:lightRig>
            </a:scene3d>
            <a:sp3d extrusionH="57150" prstMaterial="metal">
              <a:bevelT w="38100" h="25400"/>
              <a:contourClr>
                <a:schemeClr val="bg2"/>
              </a:contourClr>
            </a:sp3d>
          </a:bodyPr>
          <a:lstStyle/>
          <a:p>
            <a:pPr algn="ctr"/>
            <a:r>
              <a:rPr lang="pt-BR" sz="36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&lt;h1&gt;</a:t>
            </a:r>
            <a:r>
              <a:rPr lang="ru-RU" sz="36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Заголовок</a:t>
            </a:r>
            <a:r>
              <a:rPr lang="pt-BR" sz="36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&lt;/h1&gt;</a:t>
            </a:r>
            <a:endParaRPr lang="ru-RU" sz="3600" dirty="0" smtClean="0">
              <a:ln w="50800"/>
              <a:solidFill>
                <a:schemeClr val="bg1">
                  <a:shade val="50000"/>
                </a:schemeClr>
              </a:solidFill>
            </a:endParaRPr>
          </a:p>
          <a:p>
            <a:pPr algn="ctr"/>
            <a:endParaRPr lang="pt-BR" sz="3600" dirty="0" smtClean="0">
              <a:ln w="50800"/>
              <a:solidFill>
                <a:schemeClr val="bg1">
                  <a:shade val="50000"/>
                </a:schemeClr>
              </a:solidFill>
            </a:endParaRPr>
          </a:p>
          <a:p>
            <a:pPr algn="ctr"/>
            <a:r>
              <a:rPr lang="pt-BR" sz="36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  &lt;h1 style="font-size:2em"&gt;</a:t>
            </a:r>
            <a:r>
              <a:rPr lang="ru-RU" sz="36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 Заголовок </a:t>
            </a:r>
            <a:r>
              <a:rPr lang="pt-BR" sz="36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&lt;/h1&gt;</a:t>
            </a:r>
            <a:endParaRPr lang="ru-RU" sz="3600" dirty="0" smtClean="0">
              <a:ln w="50800"/>
              <a:solidFill>
                <a:schemeClr val="bg1">
                  <a:shade val="50000"/>
                </a:schemeClr>
              </a:solidFill>
            </a:endParaRPr>
          </a:p>
          <a:p>
            <a:pPr algn="ctr"/>
            <a:endParaRPr lang="pt-BR" sz="3600" dirty="0" smtClean="0">
              <a:ln w="50800"/>
              <a:solidFill>
                <a:schemeClr val="bg1">
                  <a:shade val="50000"/>
                </a:schemeClr>
              </a:solidFill>
            </a:endParaRPr>
          </a:p>
          <a:p>
            <a:pPr algn="ctr"/>
            <a:r>
              <a:rPr lang="pt-BR" sz="36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 &lt;h1 style="font-size:16px"&gt;</a:t>
            </a:r>
            <a:r>
              <a:rPr lang="ru-RU" sz="36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 Заголовок </a:t>
            </a:r>
            <a:r>
              <a:rPr lang="pt-BR" sz="36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&lt;/h1&gt;</a:t>
            </a:r>
            <a:endParaRPr lang="ru-RU" sz="3600" dirty="0" smtClean="0">
              <a:ln w="50800"/>
              <a:solidFill>
                <a:schemeClr val="bg1">
                  <a:shade val="50000"/>
                </a:schemeClr>
              </a:solidFill>
            </a:endParaRPr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51520" y="404664"/>
            <a:ext cx="8640960" cy="707886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balanced" dir="t">
                <a:rot lat="0" lon="0" rev="2100000"/>
              </a:lightRig>
            </a:scene3d>
            <a:sp3d extrusionH="57150" prstMaterial="metal">
              <a:bevelT w="38100" h="25400"/>
              <a:contourClr>
                <a:schemeClr val="bg2"/>
              </a:contourClr>
            </a:sp3d>
          </a:bodyPr>
          <a:lstStyle/>
          <a:p>
            <a:pPr algn="ctr"/>
            <a:r>
              <a:rPr lang="ru-RU" sz="4000" b="1" i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Абзац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51520" y="1340768"/>
            <a:ext cx="8640960" cy="5016758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balanced" dir="t">
                <a:rot lat="0" lon="0" rev="2100000"/>
              </a:lightRig>
            </a:scene3d>
            <a:sp3d extrusionH="57150" prstMaterial="metal">
              <a:bevelT w="38100" h="25400"/>
              <a:contourClr>
                <a:schemeClr val="bg2"/>
              </a:contourClr>
            </a:sp3d>
          </a:bodyPr>
          <a:lstStyle/>
          <a:p>
            <a:pPr algn="ctr"/>
            <a:r>
              <a:rPr lang="pt-BR" sz="32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&lt;p</a:t>
            </a:r>
            <a:r>
              <a:rPr lang="ru-RU" sz="32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 </a:t>
            </a:r>
            <a:r>
              <a:rPr lang="pt-BR" sz="32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style="font:16px</a:t>
            </a:r>
            <a:r>
              <a:rPr lang="ru-RU" sz="32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 </a:t>
            </a:r>
            <a:r>
              <a:rPr lang="en-US" sz="3200" dirty="0" err="1" smtClean="0">
                <a:ln w="50800"/>
                <a:solidFill>
                  <a:schemeClr val="bg1">
                    <a:shade val="50000"/>
                  </a:schemeClr>
                </a:solidFill>
              </a:rPr>
              <a:t>tahoma</a:t>
            </a:r>
            <a:r>
              <a:rPr lang="pt-BR" sz="32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"&gt;</a:t>
            </a:r>
            <a:r>
              <a:rPr lang="ru-RU" sz="32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Какой-нибудь абзац</a:t>
            </a:r>
            <a:r>
              <a:rPr lang="en-US" sz="32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&lt;/p&gt;</a:t>
            </a:r>
          </a:p>
          <a:p>
            <a:pPr algn="ctr"/>
            <a:endParaRPr lang="en-US" sz="3200" dirty="0" smtClean="0">
              <a:ln w="50800"/>
              <a:solidFill>
                <a:schemeClr val="bg1">
                  <a:shade val="50000"/>
                </a:schemeClr>
              </a:solidFill>
            </a:endParaRPr>
          </a:p>
          <a:p>
            <a:pPr algn="ctr"/>
            <a:r>
              <a:rPr lang="pt-BR" sz="32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&lt;p</a:t>
            </a:r>
            <a:r>
              <a:rPr lang="ru-RU" sz="32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 </a:t>
            </a:r>
            <a:r>
              <a:rPr lang="pt-BR" sz="32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style="font:12px</a:t>
            </a:r>
            <a:r>
              <a:rPr lang="ru-RU" sz="32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 </a:t>
            </a:r>
            <a:r>
              <a:rPr lang="en-US" sz="3200" dirty="0" err="1" smtClean="0">
                <a:ln w="50800"/>
                <a:solidFill>
                  <a:schemeClr val="bg1">
                    <a:shade val="50000"/>
                  </a:schemeClr>
                </a:solidFill>
              </a:rPr>
              <a:t>arial</a:t>
            </a:r>
            <a:r>
              <a:rPr lang="pt-BR" sz="32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“&gt;</a:t>
            </a:r>
            <a:r>
              <a:rPr lang="ru-RU" sz="32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Еще абзац</a:t>
            </a:r>
            <a:r>
              <a:rPr lang="en-US" sz="32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&lt;/p&gt;</a:t>
            </a:r>
          </a:p>
          <a:p>
            <a:pPr algn="ctr"/>
            <a:endParaRPr lang="en-US" sz="3200" dirty="0" smtClean="0">
              <a:ln w="50800"/>
              <a:solidFill>
                <a:schemeClr val="bg1">
                  <a:shade val="50000"/>
                </a:schemeClr>
              </a:solidFill>
            </a:endParaRPr>
          </a:p>
          <a:p>
            <a:pPr algn="ctr"/>
            <a:r>
              <a:rPr lang="pt-BR" sz="32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&lt;p style="font: 26px </a:t>
            </a:r>
            <a:r>
              <a:rPr lang="en-US" sz="3200" dirty="0" err="1" smtClean="0">
                <a:ln w="50800"/>
                <a:solidFill>
                  <a:schemeClr val="bg1">
                    <a:shade val="50000"/>
                  </a:schemeClr>
                </a:solidFill>
              </a:rPr>
              <a:t>monospace</a:t>
            </a:r>
            <a:r>
              <a:rPr lang="pt-BR" sz="32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"&gt; </a:t>
            </a:r>
            <a:r>
              <a:rPr lang="ru-RU" sz="32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Снова абзац</a:t>
            </a:r>
            <a:r>
              <a:rPr lang="en-US" sz="32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&lt;/p&gt;</a:t>
            </a:r>
          </a:p>
          <a:p>
            <a:pPr algn="ctr"/>
            <a:endParaRPr lang="en-US" sz="3200" dirty="0" smtClean="0">
              <a:ln w="50800"/>
              <a:solidFill>
                <a:schemeClr val="bg1">
                  <a:shade val="50000"/>
                </a:schemeClr>
              </a:solidFill>
            </a:endParaRPr>
          </a:p>
          <a:p>
            <a:pPr algn="ctr"/>
            <a:r>
              <a:rPr lang="pt-BR" sz="32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&lt;p&gt;&lt;font size="6" face="monospace"&gt; </a:t>
            </a:r>
            <a:r>
              <a:rPr lang="ru-RU" sz="32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Снова абзац&lt;/</a:t>
            </a:r>
            <a:r>
              <a:rPr lang="pt-BR" sz="32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font&gt;&lt;/p&gt;</a:t>
            </a:r>
            <a:endParaRPr lang="ru-RU" sz="3200" dirty="0" smtClean="0">
              <a:ln w="50800"/>
              <a:solidFill>
                <a:schemeClr val="bg1">
                  <a:shade val="50000"/>
                </a:schemeClr>
              </a:solidFill>
            </a:endParaRPr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/>
          <p:cNvSpPr/>
          <p:nvPr/>
        </p:nvSpPr>
        <p:spPr>
          <a:xfrm>
            <a:off x="251520" y="1484784"/>
            <a:ext cx="8640960" cy="310854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8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&lt;p&gt;</a:t>
            </a:r>
            <a:r>
              <a:rPr lang="ru-RU" sz="28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Первый абзац&lt;/</a:t>
            </a:r>
            <a:r>
              <a:rPr lang="en-US" sz="28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p&gt;</a:t>
            </a:r>
          </a:p>
          <a:p>
            <a:r>
              <a:rPr lang="en-US" sz="28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&lt;p style="font-size: 1em;"&gt;</a:t>
            </a:r>
            <a:r>
              <a:rPr lang="ru-RU" sz="28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Второй абзац&lt;/</a:t>
            </a:r>
            <a:r>
              <a:rPr lang="en-US" sz="28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p&gt;</a:t>
            </a:r>
          </a:p>
          <a:p>
            <a:r>
              <a:rPr lang="en-US" sz="28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&lt;p style="font-size: 16px;"&gt;</a:t>
            </a:r>
            <a:r>
              <a:rPr lang="ru-RU" sz="28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Третий абзац&lt;/</a:t>
            </a:r>
            <a:r>
              <a:rPr lang="en-US" sz="28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p&gt;</a:t>
            </a:r>
          </a:p>
          <a:p>
            <a:r>
              <a:rPr lang="en-US" sz="28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&lt;p style="font-size: 100%;"&gt;</a:t>
            </a:r>
            <a:r>
              <a:rPr lang="ru-RU" sz="28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Четвертый абзац&lt;/</a:t>
            </a:r>
            <a:r>
              <a:rPr lang="en-US" sz="28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p&gt;</a:t>
            </a:r>
          </a:p>
          <a:p>
            <a:r>
              <a:rPr lang="en-US" sz="28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&lt;p style="font-size: 2em;"&gt;</a:t>
            </a:r>
            <a:r>
              <a:rPr lang="ru-RU" sz="28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Пятый абзац&lt;/</a:t>
            </a:r>
            <a:r>
              <a:rPr lang="en-US" sz="28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p&gt;</a:t>
            </a:r>
          </a:p>
          <a:p>
            <a:r>
              <a:rPr lang="en-US" sz="28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&lt;p style="font-size: </a:t>
            </a:r>
            <a:r>
              <a:rPr lang="en-US" sz="28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3</a:t>
            </a:r>
            <a:r>
              <a:rPr lang="ru-RU" sz="28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2</a:t>
            </a:r>
            <a:r>
              <a:rPr lang="en-US" sz="2800" dirty="0" err="1" smtClean="0">
                <a:ln w="50800"/>
                <a:solidFill>
                  <a:schemeClr val="bg1">
                    <a:shade val="50000"/>
                  </a:schemeClr>
                </a:solidFill>
              </a:rPr>
              <a:t>px</a:t>
            </a:r>
            <a:r>
              <a:rPr lang="en-US" sz="28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;"&gt;</a:t>
            </a:r>
            <a:r>
              <a:rPr lang="ru-RU" sz="28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Шестой абзац&lt;/</a:t>
            </a:r>
            <a:r>
              <a:rPr lang="en-US" sz="28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p&gt;</a:t>
            </a:r>
          </a:p>
          <a:p>
            <a:r>
              <a:rPr lang="en-US" sz="28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&lt;p style="font-size: 200%;"&gt;</a:t>
            </a:r>
            <a:r>
              <a:rPr lang="ru-RU" sz="28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Седьмой абзац&lt;/</a:t>
            </a:r>
            <a:r>
              <a:rPr lang="en-US" sz="28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p&gt;</a:t>
            </a:r>
            <a:endParaRPr lang="ru-RU" sz="2800" dirty="0" smtClean="0">
              <a:ln w="50800"/>
              <a:solidFill>
                <a:schemeClr val="bg1">
                  <a:shade val="50000"/>
                </a:schemeClr>
              </a:solidFill>
            </a:endParaRPr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51520" y="404664"/>
            <a:ext cx="8640960" cy="707886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balanced" dir="t">
                <a:rot lat="0" lon="0" rev="2100000"/>
              </a:lightRig>
            </a:scene3d>
            <a:sp3d extrusionH="57150" prstMaterial="metal">
              <a:bevelT w="38100" h="25400"/>
              <a:contourClr>
                <a:schemeClr val="bg2"/>
              </a:contourClr>
            </a:sp3d>
          </a:bodyPr>
          <a:lstStyle/>
          <a:p>
            <a:pPr algn="ctr"/>
            <a:r>
              <a:rPr lang="ru-RU" sz="4000" b="1" i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Выравнивание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51520" y="1340768"/>
            <a:ext cx="8640960" cy="3785652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balanced" dir="t">
                <a:rot lat="0" lon="0" rev="2100000"/>
              </a:lightRig>
            </a:scene3d>
            <a:sp3d extrusionH="57150" prstMaterial="metal">
              <a:bevelT w="38100" h="25400"/>
              <a:contourClr>
                <a:schemeClr val="bg2"/>
              </a:contourClr>
            </a:sp3d>
          </a:bodyPr>
          <a:lstStyle/>
          <a:p>
            <a:pPr algn="ctr"/>
            <a:r>
              <a:rPr lang="ru-RU" sz="24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&lt;</a:t>
            </a:r>
            <a:r>
              <a:rPr lang="ru-RU" sz="2400" dirty="0" err="1" smtClean="0">
                <a:ln w="50800"/>
                <a:solidFill>
                  <a:schemeClr val="bg1">
                    <a:shade val="50000"/>
                  </a:schemeClr>
                </a:solidFill>
              </a:rPr>
              <a:t>p</a:t>
            </a:r>
            <a:r>
              <a:rPr lang="ru-RU" sz="24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 </a:t>
            </a:r>
            <a:r>
              <a:rPr lang="ru-RU" sz="2400" dirty="0" err="1" smtClean="0">
                <a:ln w="50800"/>
                <a:solidFill>
                  <a:schemeClr val="bg1">
                    <a:shade val="50000"/>
                  </a:schemeClr>
                </a:solidFill>
              </a:rPr>
              <a:t>align=</a:t>
            </a:r>
            <a:r>
              <a:rPr lang="ru-RU" sz="24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"</a:t>
            </a:r>
            <a:r>
              <a:rPr lang="ru-RU" sz="2400" dirty="0" err="1" smtClean="0">
                <a:ln w="50800"/>
                <a:solidFill>
                  <a:schemeClr val="bg1">
                    <a:shade val="50000"/>
                  </a:schemeClr>
                </a:solidFill>
              </a:rPr>
              <a:t>center</a:t>
            </a:r>
            <a:r>
              <a:rPr lang="ru-RU" sz="24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"&gt;Выравнивание текста по центру&lt;/</a:t>
            </a:r>
            <a:r>
              <a:rPr lang="ru-RU" sz="2400" dirty="0" err="1" smtClean="0">
                <a:ln w="50800"/>
                <a:solidFill>
                  <a:schemeClr val="bg1">
                    <a:shade val="50000"/>
                  </a:schemeClr>
                </a:solidFill>
              </a:rPr>
              <a:t>p</a:t>
            </a:r>
            <a:r>
              <a:rPr lang="ru-RU" sz="24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&gt;</a:t>
            </a:r>
          </a:p>
          <a:p>
            <a:pPr algn="ctr"/>
            <a:endParaRPr lang="ru-RU" sz="2400" dirty="0" smtClean="0">
              <a:ln w="50800"/>
              <a:solidFill>
                <a:schemeClr val="bg1">
                  <a:shade val="50000"/>
                </a:schemeClr>
              </a:solidFill>
            </a:endParaRPr>
          </a:p>
          <a:p>
            <a:pPr algn="r"/>
            <a:r>
              <a:rPr lang="ru-RU" sz="24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&lt;</a:t>
            </a:r>
            <a:r>
              <a:rPr lang="ru-RU" sz="2400" dirty="0" err="1" smtClean="0">
                <a:ln w="50800"/>
                <a:solidFill>
                  <a:schemeClr val="bg1">
                    <a:shade val="50000"/>
                  </a:schemeClr>
                </a:solidFill>
              </a:rPr>
              <a:t>p</a:t>
            </a:r>
            <a:r>
              <a:rPr lang="ru-RU" sz="24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 </a:t>
            </a:r>
            <a:r>
              <a:rPr lang="ru-RU" sz="2400" dirty="0" err="1" smtClean="0">
                <a:ln w="50800"/>
                <a:solidFill>
                  <a:schemeClr val="bg1">
                    <a:shade val="50000"/>
                  </a:schemeClr>
                </a:solidFill>
              </a:rPr>
              <a:t>align=</a:t>
            </a:r>
            <a:r>
              <a:rPr lang="ru-RU" sz="24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"</a:t>
            </a:r>
            <a:r>
              <a:rPr lang="ru-RU" sz="2400" dirty="0" err="1" smtClean="0">
                <a:ln w="50800"/>
                <a:solidFill>
                  <a:schemeClr val="bg1">
                    <a:shade val="50000"/>
                  </a:schemeClr>
                </a:solidFill>
              </a:rPr>
              <a:t>right</a:t>
            </a:r>
            <a:r>
              <a:rPr lang="ru-RU" sz="24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"&gt;Выравнивание текста по правому краю&lt;/</a:t>
            </a:r>
            <a:r>
              <a:rPr lang="ru-RU" sz="2400" dirty="0" err="1" smtClean="0">
                <a:ln w="50800"/>
                <a:solidFill>
                  <a:schemeClr val="bg1">
                    <a:shade val="50000"/>
                  </a:schemeClr>
                </a:solidFill>
              </a:rPr>
              <a:t>p</a:t>
            </a:r>
            <a:r>
              <a:rPr lang="ru-RU" sz="24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&gt;</a:t>
            </a:r>
          </a:p>
          <a:p>
            <a:pPr algn="r"/>
            <a:endParaRPr lang="ru-RU" sz="2400" dirty="0" smtClean="0">
              <a:ln w="50800"/>
              <a:solidFill>
                <a:schemeClr val="bg1">
                  <a:shade val="50000"/>
                </a:schemeClr>
              </a:solidFill>
            </a:endParaRPr>
          </a:p>
          <a:p>
            <a:r>
              <a:rPr lang="ru-RU" sz="24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&lt;</a:t>
            </a:r>
            <a:r>
              <a:rPr lang="ru-RU" sz="2400" dirty="0" err="1" smtClean="0">
                <a:ln w="50800"/>
                <a:solidFill>
                  <a:schemeClr val="bg1">
                    <a:shade val="50000"/>
                  </a:schemeClr>
                </a:solidFill>
              </a:rPr>
              <a:t>p</a:t>
            </a:r>
            <a:r>
              <a:rPr lang="ru-RU" sz="24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 </a:t>
            </a:r>
            <a:r>
              <a:rPr lang="ru-RU" sz="2400" dirty="0" err="1" smtClean="0">
                <a:ln w="50800"/>
                <a:solidFill>
                  <a:schemeClr val="bg1">
                    <a:shade val="50000"/>
                  </a:schemeClr>
                </a:solidFill>
              </a:rPr>
              <a:t>align=</a:t>
            </a:r>
            <a:r>
              <a:rPr lang="ru-RU" sz="24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"</a:t>
            </a:r>
            <a:r>
              <a:rPr lang="ru-RU" sz="2400" dirty="0" err="1" smtClean="0">
                <a:ln w="50800"/>
                <a:solidFill>
                  <a:schemeClr val="bg1">
                    <a:shade val="50000"/>
                  </a:schemeClr>
                </a:solidFill>
              </a:rPr>
              <a:t>left</a:t>
            </a:r>
            <a:r>
              <a:rPr lang="ru-RU" sz="24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"&gt;Выравнивание текста по левому краю&lt;/</a:t>
            </a:r>
            <a:r>
              <a:rPr lang="ru-RU" sz="2400" dirty="0" err="1" smtClean="0">
                <a:ln w="50800"/>
                <a:solidFill>
                  <a:schemeClr val="bg1">
                    <a:shade val="50000"/>
                  </a:schemeClr>
                </a:solidFill>
              </a:rPr>
              <a:t>p</a:t>
            </a:r>
            <a:r>
              <a:rPr lang="ru-RU" sz="24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&gt;</a:t>
            </a:r>
          </a:p>
          <a:p>
            <a:endParaRPr lang="ru-RU" sz="2400" dirty="0" smtClean="0">
              <a:ln w="50800"/>
              <a:solidFill>
                <a:schemeClr val="bg1">
                  <a:shade val="50000"/>
                </a:schemeClr>
              </a:solidFill>
            </a:endParaRPr>
          </a:p>
          <a:p>
            <a:pPr algn="just"/>
            <a:r>
              <a:rPr lang="ru-RU" sz="24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&lt;</a:t>
            </a:r>
            <a:r>
              <a:rPr lang="ru-RU" sz="2400" dirty="0" err="1" smtClean="0">
                <a:ln w="50800"/>
                <a:solidFill>
                  <a:schemeClr val="bg1">
                    <a:shade val="50000"/>
                  </a:schemeClr>
                </a:solidFill>
              </a:rPr>
              <a:t>p</a:t>
            </a:r>
            <a:r>
              <a:rPr lang="ru-RU" sz="24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 </a:t>
            </a:r>
            <a:r>
              <a:rPr lang="ru-RU" sz="2400" dirty="0" err="1" smtClean="0">
                <a:ln w="50800"/>
                <a:solidFill>
                  <a:schemeClr val="bg1">
                    <a:shade val="50000"/>
                  </a:schemeClr>
                </a:solidFill>
              </a:rPr>
              <a:t>align=</a:t>
            </a:r>
            <a:r>
              <a:rPr lang="ru-RU" sz="24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"</a:t>
            </a:r>
            <a:r>
              <a:rPr lang="ru-RU" sz="2400" dirty="0" err="1" smtClean="0">
                <a:ln w="50800"/>
                <a:solidFill>
                  <a:schemeClr val="bg1">
                    <a:shade val="50000"/>
                  </a:schemeClr>
                </a:solidFill>
              </a:rPr>
              <a:t>justify</a:t>
            </a:r>
            <a:r>
              <a:rPr lang="ru-RU" sz="24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"&gt;Выравнивание текста по всей ширине(здесь должно быть как можно больше текста)&lt;/</a:t>
            </a:r>
            <a:r>
              <a:rPr lang="ru-RU" sz="2400" dirty="0" err="1" smtClean="0">
                <a:ln w="50800"/>
                <a:solidFill>
                  <a:schemeClr val="bg1">
                    <a:shade val="50000"/>
                  </a:schemeClr>
                </a:solidFill>
              </a:rPr>
              <a:t>p</a:t>
            </a:r>
            <a:r>
              <a:rPr lang="ru-RU" sz="24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&gt;</a:t>
            </a:r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51520" y="188640"/>
            <a:ext cx="8640960" cy="707886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balanced" dir="t">
                <a:rot lat="0" lon="0" rev="2100000"/>
              </a:lightRig>
            </a:scene3d>
            <a:sp3d extrusionH="57150" prstMaterial="metal">
              <a:bevelT w="38100" h="25400"/>
              <a:contourClr>
                <a:schemeClr val="bg2"/>
              </a:contourClr>
            </a:sp3d>
          </a:bodyPr>
          <a:lstStyle/>
          <a:p>
            <a:pPr algn="ctr"/>
            <a:r>
              <a:rPr lang="ru-RU" sz="4000" b="1" i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Выравнивание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51520" y="980728"/>
            <a:ext cx="8640960" cy="4893647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balanced" dir="t">
                <a:rot lat="0" lon="0" rev="2100000"/>
              </a:lightRig>
            </a:scene3d>
            <a:sp3d extrusionH="57150" prstMaterial="metal">
              <a:bevelT w="38100" h="25400"/>
              <a:contourClr>
                <a:schemeClr val="bg2"/>
              </a:contourClr>
            </a:sp3d>
          </a:bodyPr>
          <a:lstStyle/>
          <a:p>
            <a:pPr algn="ctr"/>
            <a:r>
              <a:rPr lang="ru-RU" sz="24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&lt;h1 </a:t>
            </a:r>
            <a:r>
              <a:rPr lang="ru-RU" sz="2400" dirty="0" err="1" smtClean="0">
                <a:ln w="50800"/>
                <a:solidFill>
                  <a:schemeClr val="bg1">
                    <a:shade val="50000"/>
                  </a:schemeClr>
                </a:solidFill>
              </a:rPr>
              <a:t>align=</a:t>
            </a:r>
            <a:r>
              <a:rPr lang="ru-RU" sz="24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"</a:t>
            </a:r>
            <a:r>
              <a:rPr lang="ru-RU" sz="2400" dirty="0" err="1" smtClean="0">
                <a:ln w="50800"/>
                <a:solidFill>
                  <a:schemeClr val="bg1">
                    <a:shade val="50000"/>
                  </a:schemeClr>
                </a:solidFill>
              </a:rPr>
              <a:t>center</a:t>
            </a:r>
            <a:r>
              <a:rPr lang="ru-RU" sz="24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"&gt;Выравнивание заголовка по центру&lt;/h1&gt;</a:t>
            </a:r>
          </a:p>
          <a:p>
            <a:pPr algn="ctr"/>
            <a:endParaRPr lang="ru-RU" sz="2400" dirty="0" smtClean="0">
              <a:ln w="50800"/>
              <a:solidFill>
                <a:schemeClr val="bg1">
                  <a:shade val="50000"/>
                </a:schemeClr>
              </a:solidFill>
            </a:endParaRPr>
          </a:p>
          <a:p>
            <a:pPr algn="r"/>
            <a:r>
              <a:rPr lang="ru-RU" sz="24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&lt;h1 </a:t>
            </a:r>
            <a:r>
              <a:rPr lang="ru-RU" sz="2400" dirty="0" err="1" smtClean="0">
                <a:ln w="50800"/>
                <a:solidFill>
                  <a:schemeClr val="bg1">
                    <a:shade val="50000"/>
                  </a:schemeClr>
                </a:solidFill>
              </a:rPr>
              <a:t>align=</a:t>
            </a:r>
            <a:r>
              <a:rPr lang="ru-RU" sz="24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"</a:t>
            </a:r>
            <a:r>
              <a:rPr lang="ru-RU" sz="2400" dirty="0" err="1" smtClean="0">
                <a:ln w="50800"/>
                <a:solidFill>
                  <a:schemeClr val="bg1">
                    <a:shade val="50000"/>
                  </a:schemeClr>
                </a:solidFill>
              </a:rPr>
              <a:t>right</a:t>
            </a:r>
            <a:r>
              <a:rPr lang="ru-RU" sz="24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"&gt;Выравнивание заголовка по правому краю&lt;/h1&gt;</a:t>
            </a:r>
          </a:p>
          <a:p>
            <a:pPr algn="r"/>
            <a:endParaRPr lang="ru-RU" sz="2400" dirty="0" smtClean="0">
              <a:ln w="50800"/>
              <a:solidFill>
                <a:schemeClr val="bg1">
                  <a:shade val="50000"/>
                </a:schemeClr>
              </a:solidFill>
            </a:endParaRPr>
          </a:p>
          <a:p>
            <a:r>
              <a:rPr lang="ru-RU" sz="24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&lt;h1 </a:t>
            </a:r>
            <a:r>
              <a:rPr lang="ru-RU" sz="2400" dirty="0" err="1" smtClean="0">
                <a:ln w="50800"/>
                <a:solidFill>
                  <a:schemeClr val="bg1">
                    <a:shade val="50000"/>
                  </a:schemeClr>
                </a:solidFill>
              </a:rPr>
              <a:t>align=</a:t>
            </a:r>
            <a:r>
              <a:rPr lang="ru-RU" sz="24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"</a:t>
            </a:r>
            <a:r>
              <a:rPr lang="ru-RU" sz="2400" dirty="0" err="1" smtClean="0">
                <a:ln w="50800"/>
                <a:solidFill>
                  <a:schemeClr val="bg1">
                    <a:shade val="50000"/>
                  </a:schemeClr>
                </a:solidFill>
              </a:rPr>
              <a:t>left</a:t>
            </a:r>
            <a:r>
              <a:rPr lang="ru-RU" sz="24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"&gt;Выравнивание заголовка по левому краю&lt;/h1&gt;</a:t>
            </a:r>
          </a:p>
          <a:p>
            <a:endParaRPr lang="ru-RU" sz="2400" dirty="0" smtClean="0">
              <a:ln w="50800"/>
              <a:solidFill>
                <a:schemeClr val="bg1">
                  <a:shade val="50000"/>
                </a:schemeClr>
              </a:solidFill>
            </a:endParaRPr>
          </a:p>
          <a:p>
            <a:pPr algn="just"/>
            <a:r>
              <a:rPr lang="ru-RU" sz="24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&lt;h1 </a:t>
            </a:r>
            <a:r>
              <a:rPr lang="ru-RU" sz="2400" dirty="0" err="1" smtClean="0">
                <a:ln w="50800"/>
                <a:solidFill>
                  <a:schemeClr val="bg1">
                    <a:shade val="50000"/>
                  </a:schemeClr>
                </a:solidFill>
              </a:rPr>
              <a:t>align=</a:t>
            </a:r>
            <a:r>
              <a:rPr lang="ru-RU" sz="24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"</a:t>
            </a:r>
            <a:r>
              <a:rPr lang="ru-RU" sz="2400" dirty="0" err="1" smtClean="0">
                <a:ln w="50800"/>
                <a:solidFill>
                  <a:schemeClr val="bg1">
                    <a:shade val="50000"/>
                  </a:schemeClr>
                </a:solidFill>
              </a:rPr>
              <a:t>justify</a:t>
            </a:r>
            <a:r>
              <a:rPr lang="ru-RU" sz="24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"&gt;Выравнивание заголовка по всей ширине(здесь должно быть как можно больше текста)&lt;/h1&gt;</a:t>
            </a:r>
          </a:p>
          <a:p>
            <a:pPr algn="just"/>
            <a:endParaRPr lang="ru-RU" sz="2400" dirty="0" smtClean="0">
              <a:ln w="50800"/>
              <a:solidFill>
                <a:schemeClr val="bg1">
                  <a:shade val="50000"/>
                </a:schemeClr>
              </a:solidFill>
            </a:endParaRPr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51520" y="188640"/>
            <a:ext cx="8640960" cy="1323439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balanced" dir="t">
                <a:rot lat="0" lon="0" rev="2100000"/>
              </a:lightRig>
            </a:scene3d>
            <a:sp3d extrusionH="57150" prstMaterial="metal">
              <a:bevelT w="38100" h="25400"/>
              <a:contourClr>
                <a:schemeClr val="bg2"/>
              </a:contourClr>
            </a:sp3d>
          </a:bodyPr>
          <a:lstStyle/>
          <a:p>
            <a:pPr algn="ctr"/>
            <a:r>
              <a:rPr lang="ru-RU" sz="4000" b="1" i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Выравнивание и изменение размера, цвета, и названия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51520" y="1916832"/>
            <a:ext cx="8640960" cy="1631216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balanced" dir="t">
                <a:rot lat="0" lon="0" rev="2100000"/>
              </a:lightRig>
            </a:scene3d>
            <a:sp3d extrusionH="57150" prstMaterial="metal">
              <a:bevelT w="38100" h="25400"/>
              <a:contourClr>
                <a:schemeClr val="bg2"/>
              </a:contourClr>
            </a:sp3d>
          </a:bodyPr>
          <a:lstStyle/>
          <a:p>
            <a:pPr algn="just"/>
            <a:r>
              <a:rPr lang="en-US" sz="24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&lt;h1</a:t>
            </a:r>
            <a:r>
              <a:rPr lang="ru-RU" sz="24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 </a:t>
            </a:r>
            <a:r>
              <a:rPr lang="en-US" sz="24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style="font-size:48px;" align="justify"&gt;&lt;font face="</a:t>
            </a:r>
            <a:r>
              <a:rPr lang="en-US" sz="2400" dirty="0" err="1" smtClean="0">
                <a:ln w="50800"/>
                <a:solidFill>
                  <a:schemeClr val="bg1">
                    <a:shade val="50000"/>
                  </a:schemeClr>
                </a:solidFill>
              </a:rPr>
              <a:t>tahoma</a:t>
            </a:r>
            <a:r>
              <a:rPr lang="en-US" sz="24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" color="red"&gt;</a:t>
            </a:r>
            <a:r>
              <a:rPr lang="ru-RU" sz="24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Выравнивание заголовка по всей ширине (здесь должно быть как можно больше текста)</a:t>
            </a:r>
            <a:r>
              <a:rPr lang="en-US" sz="24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&lt;/font&gt;</a:t>
            </a:r>
            <a:r>
              <a:rPr lang="ru-RU" sz="24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&lt;/</a:t>
            </a:r>
            <a:r>
              <a:rPr lang="en-US" sz="24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h1&gt;</a:t>
            </a:r>
            <a:endParaRPr lang="ru-RU" sz="2400" dirty="0" err="1" smtClean="0">
              <a:ln w="50800"/>
              <a:solidFill>
                <a:schemeClr val="bg1">
                  <a:shade val="50000"/>
                </a:schemeClr>
              </a:solidFill>
            </a:endParaRPr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51520" y="2060848"/>
            <a:ext cx="8640960" cy="2308324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balanced" dir="t">
                <a:rot lat="0" lon="0" rev="2100000"/>
              </a:lightRig>
            </a:scene3d>
            <a:sp3d extrusionH="57150" prstMaterial="metal">
              <a:bevelT w="38100" h="25400"/>
              <a:contourClr>
                <a:schemeClr val="bg2"/>
              </a:contourClr>
            </a:sp3d>
          </a:bodyPr>
          <a:lstStyle/>
          <a:p>
            <a:pPr algn="ctr"/>
            <a:r>
              <a:rPr lang="en-US" sz="4800" b="1" u="sng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2.</a:t>
            </a:r>
            <a:r>
              <a:rPr lang="ru-RU" sz="4800" b="1" u="sng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3</a:t>
            </a:r>
            <a:r>
              <a:rPr lang="en-US" sz="4800" b="1" u="sng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 </a:t>
            </a:r>
            <a:r>
              <a:rPr lang="ru-RU" sz="4800" b="1" u="sng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Классификация тегов: логическое и физическое форматирования</a:t>
            </a:r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51520" y="188640"/>
            <a:ext cx="8640960" cy="1323439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balanced" dir="t">
                <a:rot lat="0" lon="0" rev="2100000"/>
              </a:lightRig>
            </a:scene3d>
            <a:sp3d extrusionH="57150" prstMaterial="metal">
              <a:bevelT w="38100" h="25400"/>
              <a:contourClr>
                <a:schemeClr val="bg2"/>
              </a:contourClr>
            </a:sp3d>
          </a:bodyPr>
          <a:lstStyle/>
          <a:p>
            <a:pPr algn="ctr"/>
            <a:r>
              <a:rPr lang="ru-RU" sz="4000" b="1" i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Теги физического форматирования: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51520" y="1916832"/>
            <a:ext cx="8640960" cy="4216539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balanced" dir="t">
                <a:rot lat="0" lon="0" rev="2100000"/>
              </a:lightRig>
            </a:scene3d>
            <a:sp3d extrusionH="57150" prstMaterial="metal">
              <a:bevelT w="38100" h="25400"/>
              <a:contourClr>
                <a:schemeClr val="bg2"/>
              </a:contourClr>
            </a:sp3d>
          </a:bodyPr>
          <a:lstStyle/>
          <a:p>
            <a:r>
              <a:rPr lang="ru-RU" sz="20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Выделение &lt;</a:t>
            </a:r>
            <a:r>
              <a:rPr lang="en-US" sz="2000" dirty="0" err="1" smtClean="0">
                <a:ln w="50800"/>
                <a:solidFill>
                  <a:schemeClr val="bg1">
                    <a:shade val="50000"/>
                  </a:schemeClr>
                </a:solidFill>
              </a:rPr>
              <a:t>i</a:t>
            </a:r>
            <a:r>
              <a:rPr lang="en-US" sz="20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&gt;</a:t>
            </a:r>
            <a:r>
              <a:rPr lang="ru-RU" sz="2000" i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курсивом</a:t>
            </a:r>
            <a:r>
              <a:rPr lang="ru-RU" sz="20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&lt;/</a:t>
            </a:r>
            <a:r>
              <a:rPr lang="en-US" sz="2000" dirty="0" err="1" smtClean="0">
                <a:ln w="50800"/>
                <a:solidFill>
                  <a:schemeClr val="bg1">
                    <a:shade val="50000"/>
                  </a:schemeClr>
                </a:solidFill>
              </a:rPr>
              <a:t>i</a:t>
            </a:r>
            <a:r>
              <a:rPr lang="en-US" sz="20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&gt;&lt;</a:t>
            </a:r>
            <a:r>
              <a:rPr lang="en-US" sz="2000" dirty="0" err="1" smtClean="0">
                <a:ln w="50800"/>
                <a:solidFill>
                  <a:schemeClr val="bg1">
                    <a:shade val="50000"/>
                  </a:schemeClr>
                </a:solidFill>
              </a:rPr>
              <a:t>br</a:t>
            </a:r>
            <a:r>
              <a:rPr lang="en-US" sz="20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&gt;</a:t>
            </a:r>
          </a:p>
          <a:p>
            <a:r>
              <a:rPr lang="ru-RU" sz="20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Выделение &lt;</a:t>
            </a:r>
            <a:r>
              <a:rPr lang="en-US" sz="20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b&gt;</a:t>
            </a:r>
            <a:r>
              <a:rPr lang="ru-RU" sz="2000" b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жирным</a:t>
            </a:r>
            <a:r>
              <a:rPr lang="ru-RU" sz="20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&lt;/</a:t>
            </a:r>
            <a:r>
              <a:rPr lang="en-US" sz="20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b&gt;&lt;</a:t>
            </a:r>
            <a:r>
              <a:rPr lang="en-US" sz="2000" dirty="0" err="1" smtClean="0">
                <a:ln w="50800"/>
                <a:solidFill>
                  <a:schemeClr val="bg1">
                    <a:shade val="50000"/>
                  </a:schemeClr>
                </a:solidFill>
              </a:rPr>
              <a:t>br</a:t>
            </a:r>
            <a:r>
              <a:rPr lang="en-US" sz="20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&gt;</a:t>
            </a:r>
          </a:p>
          <a:p>
            <a:r>
              <a:rPr lang="ru-RU" sz="20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Выделение &lt;</a:t>
            </a:r>
            <a:r>
              <a:rPr lang="en-US" sz="20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u&gt;</a:t>
            </a:r>
            <a:r>
              <a:rPr lang="ru-RU" sz="2000" u="sng" dirty="0" smtClean="0">
                <a:ln w="50800"/>
                <a:solidFill>
                  <a:schemeClr val="bg1"/>
                </a:solidFill>
              </a:rPr>
              <a:t>подчеркиванием</a:t>
            </a:r>
            <a:r>
              <a:rPr lang="ru-RU" sz="20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&lt;/</a:t>
            </a:r>
            <a:r>
              <a:rPr lang="en-US" sz="20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u&gt;&lt;</a:t>
            </a:r>
            <a:r>
              <a:rPr lang="en-US" sz="2000" dirty="0" err="1" smtClean="0">
                <a:ln w="50800"/>
                <a:solidFill>
                  <a:schemeClr val="bg1">
                    <a:shade val="50000"/>
                  </a:schemeClr>
                </a:solidFill>
              </a:rPr>
              <a:t>br</a:t>
            </a:r>
            <a:r>
              <a:rPr lang="en-US" sz="20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&gt;</a:t>
            </a:r>
          </a:p>
          <a:p>
            <a:r>
              <a:rPr lang="ru-RU" sz="20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Выделение &lt;</a:t>
            </a:r>
            <a:r>
              <a:rPr lang="en-US" sz="2000" dirty="0" err="1" smtClean="0">
                <a:ln w="50800"/>
                <a:solidFill>
                  <a:schemeClr val="bg1">
                    <a:shade val="50000"/>
                  </a:schemeClr>
                </a:solidFill>
              </a:rPr>
              <a:t>tt</a:t>
            </a:r>
            <a:r>
              <a:rPr lang="en-US" sz="20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&gt;</a:t>
            </a:r>
            <a:r>
              <a:rPr lang="ru-RU" sz="2000" dirty="0" smtClean="0">
                <a:ln w="50800"/>
                <a:solidFill>
                  <a:schemeClr val="bg1">
                    <a:shade val="50000"/>
                  </a:schemeClr>
                </a:solidFill>
                <a:latin typeface="08 Underground" pitchFamily="2" charset="0"/>
              </a:rPr>
              <a:t>машинописным шрифтом</a:t>
            </a:r>
            <a:r>
              <a:rPr lang="ru-RU" sz="20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&lt;/</a:t>
            </a:r>
            <a:r>
              <a:rPr lang="en-US" sz="2000" dirty="0" err="1" smtClean="0">
                <a:ln w="50800"/>
                <a:solidFill>
                  <a:schemeClr val="bg1">
                    <a:shade val="50000"/>
                  </a:schemeClr>
                </a:solidFill>
              </a:rPr>
              <a:t>tt</a:t>
            </a:r>
            <a:r>
              <a:rPr lang="en-US" sz="20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&gt;&lt;</a:t>
            </a:r>
            <a:r>
              <a:rPr lang="en-US" sz="2000" dirty="0" err="1" smtClean="0">
                <a:ln w="50800"/>
                <a:solidFill>
                  <a:schemeClr val="bg1">
                    <a:shade val="50000"/>
                  </a:schemeClr>
                </a:solidFill>
              </a:rPr>
              <a:t>br</a:t>
            </a:r>
            <a:r>
              <a:rPr lang="en-US" sz="20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&gt;</a:t>
            </a:r>
          </a:p>
          <a:p>
            <a:r>
              <a:rPr lang="ru-RU" sz="20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Выделение &lt;</a:t>
            </a:r>
            <a:r>
              <a:rPr lang="en-US" sz="20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strike&gt;</a:t>
            </a:r>
            <a:r>
              <a:rPr lang="ru-RU" sz="2000" strike="sngStrike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зачеркнутого</a:t>
            </a:r>
            <a:r>
              <a:rPr lang="ru-RU" sz="20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&lt;/</a:t>
            </a:r>
            <a:r>
              <a:rPr lang="en-US" sz="20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strike&gt; </a:t>
            </a:r>
            <a:r>
              <a:rPr lang="ru-RU" sz="20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текста&lt;</a:t>
            </a:r>
            <a:r>
              <a:rPr lang="en-US" sz="2000" dirty="0" err="1" smtClean="0">
                <a:ln w="50800"/>
                <a:solidFill>
                  <a:schemeClr val="bg1">
                    <a:shade val="50000"/>
                  </a:schemeClr>
                </a:solidFill>
              </a:rPr>
              <a:t>br</a:t>
            </a:r>
            <a:r>
              <a:rPr lang="en-US" sz="20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&gt;</a:t>
            </a:r>
          </a:p>
          <a:p>
            <a:r>
              <a:rPr lang="ru-RU" sz="20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Выделение &lt;</a:t>
            </a:r>
            <a:r>
              <a:rPr lang="en-US" sz="20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s&gt;</a:t>
            </a:r>
            <a:r>
              <a:rPr lang="ru-RU" sz="2000" strike="sngStrike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зачеркнутого</a:t>
            </a:r>
            <a:r>
              <a:rPr lang="ru-RU" sz="20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&lt;/</a:t>
            </a:r>
            <a:r>
              <a:rPr lang="en-US" sz="20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s&gt; </a:t>
            </a:r>
            <a:r>
              <a:rPr lang="ru-RU" sz="20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текста&lt;</a:t>
            </a:r>
            <a:r>
              <a:rPr lang="en-US" sz="2000" dirty="0" err="1" smtClean="0">
                <a:ln w="50800"/>
                <a:solidFill>
                  <a:schemeClr val="bg1">
                    <a:shade val="50000"/>
                  </a:schemeClr>
                </a:solidFill>
              </a:rPr>
              <a:t>br</a:t>
            </a:r>
            <a:r>
              <a:rPr lang="en-US" sz="20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&gt;</a:t>
            </a:r>
          </a:p>
          <a:p>
            <a:r>
              <a:rPr lang="ru-RU" sz="20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Выделение &lt;</a:t>
            </a:r>
            <a:r>
              <a:rPr lang="en-US" sz="20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big&gt;</a:t>
            </a:r>
            <a:r>
              <a:rPr lang="ru-RU" sz="24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большим</a:t>
            </a:r>
            <a:r>
              <a:rPr lang="ru-RU" sz="20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&lt;/</a:t>
            </a:r>
            <a:r>
              <a:rPr lang="en-US" sz="20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big&gt; </a:t>
            </a:r>
            <a:r>
              <a:rPr lang="ru-RU" sz="20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размера шрифта&lt;</a:t>
            </a:r>
            <a:r>
              <a:rPr lang="en-US" sz="2000" dirty="0" err="1" smtClean="0">
                <a:ln w="50800"/>
                <a:solidFill>
                  <a:schemeClr val="bg1">
                    <a:shade val="50000"/>
                  </a:schemeClr>
                </a:solidFill>
              </a:rPr>
              <a:t>br</a:t>
            </a:r>
            <a:r>
              <a:rPr lang="en-US" sz="20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&gt;</a:t>
            </a:r>
          </a:p>
          <a:p>
            <a:r>
              <a:rPr lang="ru-RU" sz="20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Выделение &lt;</a:t>
            </a:r>
            <a:r>
              <a:rPr lang="en-US" sz="20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small&gt;</a:t>
            </a:r>
            <a:r>
              <a:rPr lang="ru-RU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меньшим</a:t>
            </a:r>
            <a:r>
              <a:rPr lang="ru-RU" sz="20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&lt;/</a:t>
            </a:r>
            <a:r>
              <a:rPr lang="en-US" sz="20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small&gt; </a:t>
            </a:r>
            <a:r>
              <a:rPr lang="ru-RU" sz="20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размером шрифта&lt;</a:t>
            </a:r>
            <a:r>
              <a:rPr lang="en-US" sz="2000" dirty="0" err="1" smtClean="0">
                <a:ln w="50800"/>
                <a:solidFill>
                  <a:schemeClr val="bg1">
                    <a:shade val="50000"/>
                  </a:schemeClr>
                </a:solidFill>
              </a:rPr>
              <a:t>br</a:t>
            </a:r>
            <a:r>
              <a:rPr lang="en-US" sz="20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&gt;</a:t>
            </a:r>
          </a:p>
          <a:p>
            <a:r>
              <a:rPr lang="ru-RU" sz="20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Выделение &lt;</a:t>
            </a:r>
            <a:r>
              <a:rPr lang="en-US" sz="20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sup&gt;</a:t>
            </a:r>
            <a:r>
              <a:rPr lang="ru-RU" sz="20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нижним &lt;/</a:t>
            </a:r>
            <a:r>
              <a:rPr lang="en-US" sz="20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sup&gt;</a:t>
            </a:r>
            <a:r>
              <a:rPr lang="ru-RU" sz="20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индексом&lt;</a:t>
            </a:r>
            <a:r>
              <a:rPr lang="en-US" sz="2000" dirty="0" err="1" smtClean="0">
                <a:ln w="50800"/>
                <a:solidFill>
                  <a:schemeClr val="bg1">
                    <a:shade val="50000"/>
                  </a:schemeClr>
                </a:solidFill>
              </a:rPr>
              <a:t>br</a:t>
            </a:r>
            <a:r>
              <a:rPr lang="en-US" sz="20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&gt;</a:t>
            </a:r>
          </a:p>
          <a:p>
            <a:r>
              <a:rPr lang="ru-RU" sz="20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Выделение &lt;</a:t>
            </a:r>
            <a:r>
              <a:rPr lang="en-US" sz="20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sub&gt;</a:t>
            </a:r>
            <a:r>
              <a:rPr lang="ru-RU" sz="20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верхним&lt;/</a:t>
            </a:r>
            <a:r>
              <a:rPr lang="en-US" sz="20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sub&gt; </a:t>
            </a:r>
            <a:r>
              <a:rPr lang="ru-RU" sz="20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индексом&lt;</a:t>
            </a:r>
            <a:r>
              <a:rPr lang="en-US" sz="2000" dirty="0" err="1" smtClean="0">
                <a:ln w="50800"/>
                <a:solidFill>
                  <a:schemeClr val="bg1">
                    <a:shade val="50000"/>
                  </a:schemeClr>
                </a:solidFill>
              </a:rPr>
              <a:t>br</a:t>
            </a:r>
            <a:r>
              <a:rPr lang="en-US" sz="20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&gt;</a:t>
            </a:r>
          </a:p>
          <a:p>
            <a:r>
              <a:rPr lang="ru-RU" sz="20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Выделение &lt;</a:t>
            </a:r>
            <a:r>
              <a:rPr lang="en-US" sz="20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font size="5"&gt;</a:t>
            </a:r>
            <a:r>
              <a:rPr lang="ru-RU" sz="24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размером</a:t>
            </a:r>
            <a:r>
              <a:rPr lang="ru-RU" sz="20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&lt;/</a:t>
            </a:r>
            <a:r>
              <a:rPr lang="en-US" sz="20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font&gt;, &lt;font color="red"&gt;</a:t>
            </a:r>
            <a:r>
              <a:rPr lang="ru-RU" sz="2000" dirty="0" smtClean="0">
                <a:ln w="50800"/>
                <a:solidFill>
                  <a:srgbClr val="FF0000"/>
                </a:solidFill>
              </a:rPr>
              <a:t>цветом</a:t>
            </a:r>
            <a:r>
              <a:rPr lang="ru-RU" sz="20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&lt;/</a:t>
            </a:r>
            <a:r>
              <a:rPr lang="en-US" sz="20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font&gt;,  </a:t>
            </a:r>
            <a:r>
              <a:rPr lang="ru-RU" sz="20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и &lt;</a:t>
            </a:r>
            <a:r>
              <a:rPr lang="en-US" sz="20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font face="</a:t>
            </a:r>
            <a:r>
              <a:rPr lang="en-US" sz="2000" dirty="0" err="1" smtClean="0">
                <a:ln w="50800"/>
                <a:solidFill>
                  <a:schemeClr val="bg1">
                    <a:shade val="50000"/>
                  </a:schemeClr>
                </a:solidFill>
              </a:rPr>
              <a:t>monospace</a:t>
            </a:r>
            <a:r>
              <a:rPr lang="en-US" sz="20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"&gt;</a:t>
            </a:r>
            <a:r>
              <a:rPr lang="ru-RU" sz="2000" dirty="0" smtClean="0">
                <a:ln w="50800"/>
                <a:solidFill>
                  <a:schemeClr val="bg1">
                    <a:shade val="50000"/>
                  </a:schemeClr>
                </a:solidFill>
                <a:latin typeface="Courier New" pitchFamily="49" charset="0"/>
                <a:cs typeface="Courier New" pitchFamily="49" charset="0"/>
              </a:rPr>
              <a:t>изменением шрифта</a:t>
            </a:r>
            <a:r>
              <a:rPr lang="ru-RU" sz="20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&lt;/</a:t>
            </a:r>
            <a:r>
              <a:rPr lang="en-US" sz="20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font&gt;</a:t>
            </a:r>
            <a:endParaRPr lang="ru-RU" sz="2000" dirty="0" err="1" smtClean="0">
              <a:ln w="50800"/>
              <a:solidFill>
                <a:schemeClr val="bg1">
                  <a:shade val="50000"/>
                </a:schemeClr>
              </a:solidFill>
            </a:endParaRPr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51520" y="188640"/>
            <a:ext cx="8640960" cy="58477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balanced" dir="t">
                <a:rot lat="0" lon="0" rev="2100000"/>
              </a:lightRig>
            </a:scene3d>
            <a:sp3d extrusionH="57150" prstMaterial="metal">
              <a:bevelT w="38100" h="25400"/>
              <a:contourClr>
                <a:schemeClr val="bg2"/>
              </a:contourClr>
            </a:sp3d>
          </a:bodyPr>
          <a:lstStyle/>
          <a:p>
            <a:pPr algn="ctr"/>
            <a:r>
              <a:rPr lang="ru-RU" sz="3200" b="1" i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Теги логического форматирования: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51520" y="836712"/>
            <a:ext cx="8640960" cy="5940088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balanced" dir="t">
                <a:rot lat="0" lon="0" rev="2100000"/>
              </a:lightRig>
            </a:scene3d>
            <a:sp3d extrusionH="57150" prstMaterial="metal">
              <a:bevelT w="38100" h="25400"/>
              <a:contourClr>
                <a:schemeClr val="bg2"/>
              </a:contourClr>
            </a:sp3d>
          </a:bodyPr>
          <a:lstStyle/>
          <a:p>
            <a:r>
              <a:rPr lang="ru-RU" sz="20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Выделение текста как &lt;</a:t>
            </a:r>
            <a:r>
              <a:rPr lang="ru-RU" sz="2000" dirty="0" err="1" smtClean="0">
                <a:ln w="50800"/>
                <a:solidFill>
                  <a:schemeClr val="bg1">
                    <a:shade val="50000"/>
                  </a:schemeClr>
                </a:solidFill>
              </a:rPr>
              <a:t>abbr</a:t>
            </a:r>
            <a:r>
              <a:rPr lang="ru-RU" sz="20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 </a:t>
            </a:r>
            <a:r>
              <a:rPr lang="ru-RU" sz="2000" dirty="0" err="1" smtClean="0">
                <a:ln w="50800"/>
                <a:solidFill>
                  <a:schemeClr val="bg1">
                    <a:shade val="50000"/>
                  </a:schemeClr>
                </a:solidFill>
              </a:rPr>
              <a:t>title=</a:t>
            </a:r>
            <a:r>
              <a:rPr lang="ru-RU" sz="20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"Этот текст будет в подсказке"&gt;аббревиатуру&lt;/</a:t>
            </a:r>
            <a:r>
              <a:rPr lang="ru-RU" sz="2000" dirty="0" err="1" smtClean="0">
                <a:ln w="50800"/>
                <a:solidFill>
                  <a:schemeClr val="bg1">
                    <a:shade val="50000"/>
                  </a:schemeClr>
                </a:solidFill>
              </a:rPr>
              <a:t>abbr</a:t>
            </a:r>
            <a:r>
              <a:rPr lang="ru-RU" sz="20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&gt;&lt;</a:t>
            </a:r>
            <a:r>
              <a:rPr lang="ru-RU" sz="2000" dirty="0" err="1" smtClean="0">
                <a:ln w="50800"/>
                <a:solidFill>
                  <a:schemeClr val="bg1">
                    <a:shade val="50000"/>
                  </a:schemeClr>
                </a:solidFill>
              </a:rPr>
              <a:t>br</a:t>
            </a:r>
            <a:r>
              <a:rPr lang="ru-RU" sz="20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&gt;</a:t>
            </a:r>
          </a:p>
          <a:p>
            <a:endParaRPr lang="ru-RU" sz="2000" dirty="0" smtClean="0">
              <a:ln w="50800"/>
              <a:solidFill>
                <a:schemeClr val="bg1">
                  <a:shade val="50000"/>
                </a:schemeClr>
              </a:solidFill>
            </a:endParaRPr>
          </a:p>
          <a:p>
            <a:r>
              <a:rPr lang="ru-RU" sz="20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Выделение текста как&lt;</a:t>
            </a:r>
            <a:r>
              <a:rPr lang="ru-RU" sz="2000" dirty="0" err="1" smtClean="0">
                <a:ln w="50800"/>
                <a:solidFill>
                  <a:schemeClr val="bg1">
                    <a:shade val="50000"/>
                  </a:schemeClr>
                </a:solidFill>
              </a:rPr>
              <a:t>acronym</a:t>
            </a:r>
            <a:r>
              <a:rPr lang="ru-RU" sz="20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 </a:t>
            </a:r>
            <a:r>
              <a:rPr lang="ru-RU" sz="2000" dirty="0" err="1" smtClean="0">
                <a:ln w="50800"/>
                <a:solidFill>
                  <a:schemeClr val="bg1">
                    <a:shade val="50000"/>
                  </a:schemeClr>
                </a:solidFill>
              </a:rPr>
              <a:t>title=</a:t>
            </a:r>
            <a:r>
              <a:rPr lang="ru-RU" sz="20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"Этот текст будет в подсказке"&gt; аббревиатуру&lt;/</a:t>
            </a:r>
            <a:r>
              <a:rPr lang="ru-RU" sz="2000" dirty="0" err="1" smtClean="0">
                <a:ln w="50800"/>
                <a:solidFill>
                  <a:schemeClr val="bg1">
                    <a:shade val="50000"/>
                  </a:schemeClr>
                </a:solidFill>
              </a:rPr>
              <a:t>acronym</a:t>
            </a:r>
            <a:r>
              <a:rPr lang="ru-RU" sz="20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&gt;&lt;</a:t>
            </a:r>
            <a:r>
              <a:rPr lang="ru-RU" sz="2000" dirty="0" err="1" smtClean="0">
                <a:ln w="50800"/>
                <a:solidFill>
                  <a:schemeClr val="bg1">
                    <a:shade val="50000"/>
                  </a:schemeClr>
                </a:solidFill>
              </a:rPr>
              <a:t>br</a:t>
            </a:r>
            <a:r>
              <a:rPr lang="ru-RU" sz="20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&gt;</a:t>
            </a:r>
          </a:p>
          <a:p>
            <a:endParaRPr lang="ru-RU" sz="2000" dirty="0" smtClean="0">
              <a:ln w="50800"/>
              <a:solidFill>
                <a:schemeClr val="bg1">
                  <a:shade val="50000"/>
                </a:schemeClr>
              </a:solidFill>
            </a:endParaRPr>
          </a:p>
          <a:p>
            <a:r>
              <a:rPr lang="ru-RU" sz="20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Выделение текста &lt;</a:t>
            </a:r>
            <a:r>
              <a:rPr lang="ru-RU" sz="2000" dirty="0" err="1" smtClean="0">
                <a:ln w="50800"/>
                <a:solidFill>
                  <a:schemeClr val="bg1">
                    <a:shade val="50000"/>
                  </a:schemeClr>
                </a:solidFill>
              </a:rPr>
              <a:t>cite</a:t>
            </a:r>
            <a:r>
              <a:rPr lang="ru-RU" sz="20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&gt;курсивом&lt;/</a:t>
            </a:r>
            <a:r>
              <a:rPr lang="ru-RU" sz="2000" dirty="0" err="1" smtClean="0">
                <a:ln w="50800"/>
                <a:solidFill>
                  <a:schemeClr val="bg1">
                    <a:shade val="50000"/>
                  </a:schemeClr>
                </a:solidFill>
              </a:rPr>
              <a:t>cite</a:t>
            </a:r>
            <a:r>
              <a:rPr lang="ru-RU" sz="20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&gt; - используется для отметки цитат или названий книг и статей&lt;</a:t>
            </a:r>
            <a:r>
              <a:rPr lang="ru-RU" sz="2000" dirty="0" err="1" smtClean="0">
                <a:ln w="50800"/>
                <a:solidFill>
                  <a:schemeClr val="bg1">
                    <a:shade val="50000"/>
                  </a:schemeClr>
                </a:solidFill>
              </a:rPr>
              <a:t>br</a:t>
            </a:r>
            <a:r>
              <a:rPr lang="ru-RU" sz="20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&gt;</a:t>
            </a:r>
          </a:p>
          <a:p>
            <a:endParaRPr lang="ru-RU" sz="2000" dirty="0" smtClean="0">
              <a:ln w="50800"/>
              <a:solidFill>
                <a:schemeClr val="bg1">
                  <a:shade val="50000"/>
                </a:schemeClr>
              </a:solidFill>
            </a:endParaRPr>
          </a:p>
          <a:p>
            <a:r>
              <a:rPr lang="ru-RU" sz="20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Выделение текста машинописным шрифтом используется для отметки кода&lt;</a:t>
            </a:r>
            <a:r>
              <a:rPr lang="ru-RU" sz="2000" dirty="0" err="1" smtClean="0">
                <a:ln w="50800"/>
                <a:solidFill>
                  <a:schemeClr val="bg1">
                    <a:shade val="50000"/>
                  </a:schemeClr>
                </a:solidFill>
              </a:rPr>
              <a:t>code</a:t>
            </a:r>
            <a:r>
              <a:rPr lang="ru-RU" sz="20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&gt; &lt;</a:t>
            </a:r>
            <a:r>
              <a:rPr lang="ru-RU" sz="2000" dirty="0" err="1" smtClean="0">
                <a:ln w="50800"/>
                <a:solidFill>
                  <a:schemeClr val="bg1">
                    <a:shade val="50000"/>
                  </a:schemeClr>
                </a:solidFill>
              </a:rPr>
              <a:t>strong</a:t>
            </a:r>
            <a:r>
              <a:rPr lang="ru-RU" sz="20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&gt;&amp;#60;strong&amp;#62;жирным&amp;#60;/strong&amp;#62;&lt;/</a:t>
            </a:r>
            <a:r>
              <a:rPr lang="ru-RU" sz="2000" dirty="0" err="1" smtClean="0">
                <a:ln w="50800"/>
                <a:solidFill>
                  <a:schemeClr val="bg1">
                    <a:shade val="50000"/>
                  </a:schemeClr>
                </a:solidFill>
              </a:rPr>
              <a:t>strong</a:t>
            </a:r>
            <a:r>
              <a:rPr lang="ru-RU" sz="20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&gt;&lt;/</a:t>
            </a:r>
            <a:r>
              <a:rPr lang="ru-RU" sz="2000" dirty="0" err="1" smtClean="0">
                <a:ln w="50800"/>
                <a:solidFill>
                  <a:schemeClr val="bg1">
                    <a:shade val="50000"/>
                  </a:schemeClr>
                </a:solidFill>
              </a:rPr>
              <a:t>code</a:t>
            </a:r>
            <a:r>
              <a:rPr lang="ru-RU" sz="20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&gt;&lt;</a:t>
            </a:r>
            <a:r>
              <a:rPr lang="ru-RU" sz="2000" dirty="0" err="1" smtClean="0">
                <a:ln w="50800"/>
                <a:solidFill>
                  <a:schemeClr val="bg1">
                    <a:shade val="50000"/>
                  </a:schemeClr>
                </a:solidFill>
              </a:rPr>
              <a:t>br</a:t>
            </a:r>
            <a:r>
              <a:rPr lang="ru-RU" sz="20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&gt;</a:t>
            </a:r>
          </a:p>
          <a:p>
            <a:endParaRPr lang="ru-RU" sz="2000" dirty="0" smtClean="0">
              <a:ln w="50800"/>
              <a:solidFill>
                <a:schemeClr val="bg1">
                  <a:shade val="50000"/>
                </a:schemeClr>
              </a:solidFill>
            </a:endParaRPr>
          </a:p>
          <a:p>
            <a:r>
              <a:rPr lang="ru-RU" sz="20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Выделение текста &lt;</a:t>
            </a:r>
            <a:r>
              <a:rPr lang="ru-RU" sz="2000" dirty="0" err="1" smtClean="0">
                <a:ln w="50800"/>
                <a:solidFill>
                  <a:schemeClr val="bg1">
                    <a:shade val="50000"/>
                  </a:schemeClr>
                </a:solidFill>
              </a:rPr>
              <a:t>del</a:t>
            </a:r>
            <a:r>
              <a:rPr lang="ru-RU" sz="20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&gt;перечеркнутым&lt;/</a:t>
            </a:r>
            <a:r>
              <a:rPr lang="ru-RU" sz="2000" dirty="0" err="1" smtClean="0">
                <a:ln w="50800"/>
                <a:solidFill>
                  <a:schemeClr val="bg1">
                    <a:shade val="50000"/>
                  </a:schemeClr>
                </a:solidFill>
              </a:rPr>
              <a:t>del</a:t>
            </a:r>
            <a:r>
              <a:rPr lang="ru-RU" sz="20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&gt; - используется для отметки удаленного текста в момент редактирования&lt;</a:t>
            </a:r>
            <a:r>
              <a:rPr lang="ru-RU" sz="2000" dirty="0" err="1" smtClean="0">
                <a:ln w="50800"/>
                <a:solidFill>
                  <a:schemeClr val="bg1">
                    <a:shade val="50000"/>
                  </a:schemeClr>
                </a:solidFill>
              </a:rPr>
              <a:t>br</a:t>
            </a:r>
            <a:r>
              <a:rPr lang="ru-RU" sz="20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&gt;</a:t>
            </a:r>
          </a:p>
          <a:p>
            <a:endParaRPr lang="ru-RU" sz="2000" dirty="0" smtClean="0">
              <a:ln w="50800"/>
              <a:solidFill>
                <a:schemeClr val="bg1">
                  <a:shade val="50000"/>
                </a:schemeClr>
              </a:solidFill>
            </a:endParaRPr>
          </a:p>
          <a:p>
            <a:r>
              <a:rPr lang="ru-RU" sz="20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Выделение &lt;</a:t>
            </a:r>
            <a:r>
              <a:rPr lang="ru-RU" sz="2000" dirty="0" err="1" smtClean="0">
                <a:ln w="50800"/>
                <a:solidFill>
                  <a:schemeClr val="bg1">
                    <a:shade val="50000"/>
                  </a:schemeClr>
                </a:solidFill>
              </a:rPr>
              <a:t>dfn</a:t>
            </a:r>
            <a:r>
              <a:rPr lang="ru-RU" sz="20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&gt;курсивом&lt;/</a:t>
            </a:r>
            <a:r>
              <a:rPr lang="ru-RU" sz="2000" dirty="0" err="1" smtClean="0">
                <a:ln w="50800"/>
                <a:solidFill>
                  <a:schemeClr val="bg1">
                    <a:shade val="50000"/>
                  </a:schemeClr>
                </a:solidFill>
              </a:rPr>
              <a:t>dfn</a:t>
            </a:r>
            <a:r>
              <a:rPr lang="ru-RU" sz="20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&gt;для отметки термина который встречается в документе первый раз&lt;</a:t>
            </a:r>
            <a:r>
              <a:rPr lang="ru-RU" sz="2000" dirty="0" err="1" smtClean="0">
                <a:ln w="50800"/>
                <a:solidFill>
                  <a:schemeClr val="bg1">
                    <a:shade val="50000"/>
                  </a:schemeClr>
                </a:solidFill>
              </a:rPr>
              <a:t>br</a:t>
            </a:r>
            <a:r>
              <a:rPr lang="ru-RU" sz="20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&gt;</a:t>
            </a:r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51520" y="188640"/>
            <a:ext cx="8640960" cy="58477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balanced" dir="t">
                <a:rot lat="0" lon="0" rev="2100000"/>
              </a:lightRig>
            </a:scene3d>
            <a:sp3d extrusionH="57150" prstMaterial="metal">
              <a:bevelT w="38100" h="25400"/>
              <a:contourClr>
                <a:schemeClr val="bg2"/>
              </a:contourClr>
            </a:sp3d>
          </a:bodyPr>
          <a:lstStyle/>
          <a:p>
            <a:pPr algn="ctr"/>
            <a:r>
              <a:rPr lang="ru-RU" sz="3200" b="1" i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Теги логического форматирования: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51520" y="836712"/>
            <a:ext cx="8640960" cy="5632311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balanced" dir="t">
                <a:rot lat="0" lon="0" rev="2100000"/>
              </a:lightRig>
            </a:scene3d>
            <a:sp3d extrusionH="57150" prstMaterial="metal">
              <a:bevelT w="38100" h="25400"/>
              <a:contourClr>
                <a:schemeClr val="bg2"/>
              </a:contourClr>
            </a:sp3d>
          </a:bodyPr>
          <a:lstStyle/>
          <a:p>
            <a:r>
              <a:rPr lang="ru-RU" sz="20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Выделение &lt;</a:t>
            </a:r>
            <a:r>
              <a:rPr lang="ru-RU" sz="2000" dirty="0" err="1" smtClean="0">
                <a:ln w="50800"/>
                <a:solidFill>
                  <a:schemeClr val="bg1">
                    <a:shade val="50000"/>
                  </a:schemeClr>
                </a:solidFill>
              </a:rPr>
              <a:t>ins</a:t>
            </a:r>
            <a:r>
              <a:rPr lang="ru-RU" sz="20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&gt;подчеркиванием&lt;/</a:t>
            </a:r>
            <a:r>
              <a:rPr lang="ru-RU" sz="2000" dirty="0" err="1" smtClean="0">
                <a:ln w="50800"/>
                <a:solidFill>
                  <a:schemeClr val="bg1">
                    <a:shade val="50000"/>
                  </a:schemeClr>
                </a:solidFill>
              </a:rPr>
              <a:t>ins</a:t>
            </a:r>
            <a:r>
              <a:rPr lang="ru-RU" sz="20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&gt; для отметки изменений, вносимых в документ от версии к версии&lt;</a:t>
            </a:r>
            <a:r>
              <a:rPr lang="ru-RU" sz="2000" dirty="0" err="1" smtClean="0">
                <a:ln w="50800"/>
                <a:solidFill>
                  <a:schemeClr val="bg1">
                    <a:shade val="50000"/>
                  </a:schemeClr>
                </a:solidFill>
              </a:rPr>
              <a:t>br</a:t>
            </a:r>
            <a:r>
              <a:rPr lang="ru-RU" sz="20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&gt;</a:t>
            </a:r>
          </a:p>
          <a:p>
            <a:endParaRPr lang="ru-RU" sz="2000" dirty="0" smtClean="0">
              <a:ln w="50800"/>
              <a:solidFill>
                <a:schemeClr val="bg1">
                  <a:shade val="50000"/>
                </a:schemeClr>
              </a:solidFill>
            </a:endParaRPr>
          </a:p>
          <a:p>
            <a:r>
              <a:rPr lang="ru-RU" sz="20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Выделение &lt;</a:t>
            </a:r>
            <a:r>
              <a:rPr lang="ru-RU" sz="2000" dirty="0" err="1" smtClean="0">
                <a:ln w="50800"/>
                <a:solidFill>
                  <a:schemeClr val="bg1">
                    <a:shade val="50000"/>
                  </a:schemeClr>
                </a:solidFill>
              </a:rPr>
              <a:t>em</a:t>
            </a:r>
            <a:r>
              <a:rPr lang="ru-RU" sz="20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&gt;курсивом&lt;/</a:t>
            </a:r>
            <a:r>
              <a:rPr lang="ru-RU" sz="2000" dirty="0" err="1" smtClean="0">
                <a:ln w="50800"/>
                <a:solidFill>
                  <a:schemeClr val="bg1">
                    <a:shade val="50000"/>
                  </a:schemeClr>
                </a:solidFill>
              </a:rPr>
              <a:t>em</a:t>
            </a:r>
            <a:r>
              <a:rPr lang="ru-RU" sz="20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&gt;&lt;</a:t>
            </a:r>
            <a:r>
              <a:rPr lang="ru-RU" sz="2000" dirty="0" err="1" smtClean="0">
                <a:ln w="50800"/>
                <a:solidFill>
                  <a:schemeClr val="bg1">
                    <a:shade val="50000"/>
                  </a:schemeClr>
                </a:solidFill>
              </a:rPr>
              <a:t>br</a:t>
            </a:r>
            <a:r>
              <a:rPr lang="ru-RU" sz="20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&gt;</a:t>
            </a:r>
          </a:p>
          <a:p>
            <a:endParaRPr lang="ru-RU" sz="2000" dirty="0" smtClean="0">
              <a:ln w="50800"/>
              <a:solidFill>
                <a:schemeClr val="bg1">
                  <a:shade val="50000"/>
                </a:schemeClr>
              </a:solidFill>
            </a:endParaRPr>
          </a:p>
          <a:p>
            <a:r>
              <a:rPr lang="ru-RU" sz="20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Выделение &lt;</a:t>
            </a:r>
            <a:r>
              <a:rPr lang="ru-RU" sz="2000" dirty="0" err="1" smtClean="0">
                <a:ln w="50800"/>
                <a:solidFill>
                  <a:schemeClr val="bg1">
                    <a:shade val="50000"/>
                  </a:schemeClr>
                </a:solidFill>
              </a:rPr>
              <a:t>kbd</a:t>
            </a:r>
            <a:r>
              <a:rPr lang="ru-RU" sz="20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&gt;машинописным шрифтом&lt;/</a:t>
            </a:r>
            <a:r>
              <a:rPr lang="ru-RU" sz="2000" dirty="0" err="1" smtClean="0">
                <a:ln w="50800"/>
                <a:solidFill>
                  <a:schemeClr val="bg1">
                    <a:shade val="50000"/>
                  </a:schemeClr>
                </a:solidFill>
              </a:rPr>
              <a:t>kbd</a:t>
            </a:r>
            <a:r>
              <a:rPr lang="ru-RU" sz="20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&gt; отмечает текст как вводимый пользователем с клавиатуры&lt;</a:t>
            </a:r>
            <a:r>
              <a:rPr lang="ru-RU" sz="2000" dirty="0" err="1" smtClean="0">
                <a:ln w="50800"/>
                <a:solidFill>
                  <a:schemeClr val="bg1">
                    <a:shade val="50000"/>
                  </a:schemeClr>
                </a:solidFill>
              </a:rPr>
              <a:t>br</a:t>
            </a:r>
            <a:r>
              <a:rPr lang="ru-RU" sz="20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&gt;</a:t>
            </a:r>
          </a:p>
          <a:p>
            <a:endParaRPr lang="ru-RU" sz="2000" dirty="0" smtClean="0">
              <a:ln w="50800"/>
              <a:solidFill>
                <a:schemeClr val="bg1">
                  <a:shade val="50000"/>
                </a:schemeClr>
              </a:solidFill>
            </a:endParaRPr>
          </a:p>
          <a:p>
            <a:r>
              <a:rPr lang="ru-RU" sz="20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Выделение &lt;</a:t>
            </a:r>
            <a:r>
              <a:rPr lang="ru-RU" sz="2000" dirty="0" err="1" smtClean="0">
                <a:ln w="50800"/>
                <a:solidFill>
                  <a:schemeClr val="bg1">
                    <a:shade val="50000"/>
                  </a:schemeClr>
                </a:solidFill>
              </a:rPr>
              <a:t>q</a:t>
            </a:r>
            <a:r>
              <a:rPr lang="ru-RU" sz="20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&gt;</a:t>
            </a:r>
            <a:r>
              <a:rPr lang="ru-RU" sz="2000" dirty="0" err="1" smtClean="0">
                <a:ln w="50800"/>
                <a:solidFill>
                  <a:schemeClr val="bg1">
                    <a:shade val="50000"/>
                  </a:schemeClr>
                </a:solidFill>
              </a:rPr>
              <a:t>ковычками</a:t>
            </a:r>
            <a:r>
              <a:rPr lang="ru-RU" sz="20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&lt;/</a:t>
            </a:r>
            <a:r>
              <a:rPr lang="ru-RU" sz="2000" dirty="0" err="1" smtClean="0">
                <a:ln w="50800"/>
                <a:solidFill>
                  <a:schemeClr val="bg1">
                    <a:shade val="50000"/>
                  </a:schemeClr>
                </a:solidFill>
              </a:rPr>
              <a:t>q</a:t>
            </a:r>
            <a:r>
              <a:rPr lang="ru-RU" sz="20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&gt; для обозначения цитат&lt;</a:t>
            </a:r>
            <a:r>
              <a:rPr lang="ru-RU" sz="2000" dirty="0" err="1" smtClean="0">
                <a:ln w="50800"/>
                <a:solidFill>
                  <a:schemeClr val="bg1">
                    <a:shade val="50000"/>
                  </a:schemeClr>
                </a:solidFill>
              </a:rPr>
              <a:t>br</a:t>
            </a:r>
            <a:r>
              <a:rPr lang="ru-RU" sz="20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&gt;</a:t>
            </a:r>
          </a:p>
          <a:p>
            <a:endParaRPr lang="ru-RU" sz="2000" dirty="0" smtClean="0">
              <a:ln w="50800"/>
              <a:solidFill>
                <a:schemeClr val="bg1">
                  <a:shade val="50000"/>
                </a:schemeClr>
              </a:solidFill>
            </a:endParaRPr>
          </a:p>
          <a:p>
            <a:r>
              <a:rPr lang="ru-RU" sz="20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Выделение &lt;</a:t>
            </a:r>
            <a:r>
              <a:rPr lang="ru-RU" sz="2000" dirty="0" err="1" smtClean="0">
                <a:ln w="50800"/>
                <a:solidFill>
                  <a:schemeClr val="bg1">
                    <a:shade val="50000"/>
                  </a:schemeClr>
                </a:solidFill>
              </a:rPr>
              <a:t>samp</a:t>
            </a:r>
            <a:r>
              <a:rPr lang="ru-RU" sz="20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&gt;машинописным шрифтом&lt;/</a:t>
            </a:r>
            <a:r>
              <a:rPr lang="ru-RU" sz="2000" dirty="0" err="1" smtClean="0">
                <a:ln w="50800"/>
                <a:solidFill>
                  <a:schemeClr val="bg1">
                    <a:shade val="50000"/>
                  </a:schemeClr>
                </a:solidFill>
              </a:rPr>
              <a:t>samp</a:t>
            </a:r>
            <a:r>
              <a:rPr lang="ru-RU" sz="20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&gt;для отметки текста, выдаваемого программами&lt;</a:t>
            </a:r>
            <a:r>
              <a:rPr lang="ru-RU" sz="2000" dirty="0" err="1" smtClean="0">
                <a:ln w="50800"/>
                <a:solidFill>
                  <a:schemeClr val="bg1">
                    <a:shade val="50000"/>
                  </a:schemeClr>
                </a:solidFill>
              </a:rPr>
              <a:t>br</a:t>
            </a:r>
            <a:r>
              <a:rPr lang="ru-RU" sz="20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&gt;</a:t>
            </a:r>
          </a:p>
          <a:p>
            <a:endParaRPr lang="ru-RU" sz="2000" dirty="0" smtClean="0">
              <a:ln w="50800"/>
              <a:solidFill>
                <a:schemeClr val="bg1">
                  <a:shade val="50000"/>
                </a:schemeClr>
              </a:solidFill>
            </a:endParaRPr>
          </a:p>
          <a:p>
            <a:r>
              <a:rPr lang="ru-RU" sz="20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Выделение &lt;</a:t>
            </a:r>
            <a:r>
              <a:rPr lang="ru-RU" sz="2000" dirty="0" err="1" smtClean="0">
                <a:ln w="50800"/>
                <a:solidFill>
                  <a:schemeClr val="bg1">
                    <a:shade val="50000"/>
                  </a:schemeClr>
                </a:solidFill>
              </a:rPr>
              <a:t>b</a:t>
            </a:r>
            <a:r>
              <a:rPr lang="ru-RU" sz="20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&gt;жирным&lt;/</a:t>
            </a:r>
            <a:r>
              <a:rPr lang="ru-RU" sz="2000" dirty="0" err="1" smtClean="0">
                <a:ln w="50800"/>
                <a:solidFill>
                  <a:schemeClr val="bg1">
                    <a:shade val="50000"/>
                  </a:schemeClr>
                </a:solidFill>
              </a:rPr>
              <a:t>b</a:t>
            </a:r>
            <a:r>
              <a:rPr lang="ru-RU" sz="20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&gt; для выделения важных фрагментов текста&lt;</a:t>
            </a:r>
            <a:r>
              <a:rPr lang="ru-RU" sz="2000" dirty="0" err="1" smtClean="0">
                <a:ln w="50800"/>
                <a:solidFill>
                  <a:schemeClr val="bg1">
                    <a:shade val="50000"/>
                  </a:schemeClr>
                </a:solidFill>
              </a:rPr>
              <a:t>br</a:t>
            </a:r>
            <a:r>
              <a:rPr lang="ru-RU" sz="20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&gt;</a:t>
            </a:r>
          </a:p>
          <a:p>
            <a:endParaRPr lang="ru-RU" sz="2000" dirty="0" smtClean="0">
              <a:ln w="50800"/>
              <a:solidFill>
                <a:schemeClr val="bg1">
                  <a:shade val="50000"/>
                </a:schemeClr>
              </a:solidFill>
            </a:endParaRPr>
          </a:p>
          <a:p>
            <a:r>
              <a:rPr lang="ru-RU" sz="20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Выделение &lt;</a:t>
            </a:r>
            <a:r>
              <a:rPr lang="ru-RU" sz="2000" dirty="0" err="1" smtClean="0">
                <a:ln w="50800"/>
                <a:solidFill>
                  <a:schemeClr val="bg1">
                    <a:shade val="50000"/>
                  </a:schemeClr>
                </a:solidFill>
              </a:rPr>
              <a:t>var</a:t>
            </a:r>
            <a:r>
              <a:rPr lang="ru-RU" sz="20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&gt;курсивом&lt;/</a:t>
            </a:r>
            <a:r>
              <a:rPr lang="ru-RU" sz="2000" dirty="0" err="1" smtClean="0">
                <a:ln w="50800"/>
                <a:solidFill>
                  <a:schemeClr val="bg1">
                    <a:shade val="50000"/>
                  </a:schemeClr>
                </a:solidFill>
              </a:rPr>
              <a:t>var</a:t>
            </a:r>
            <a:r>
              <a:rPr lang="ru-RU" sz="20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&gt; для отметки имени переменных&lt;</a:t>
            </a:r>
            <a:r>
              <a:rPr lang="ru-RU" sz="2000" dirty="0" err="1" smtClean="0">
                <a:ln w="50800"/>
                <a:solidFill>
                  <a:schemeClr val="bg1">
                    <a:shade val="50000"/>
                  </a:schemeClr>
                </a:solidFill>
              </a:rPr>
              <a:t>br</a:t>
            </a:r>
            <a:r>
              <a:rPr lang="ru-RU" sz="20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&gt;</a:t>
            </a:r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51520" y="2708920"/>
            <a:ext cx="8640960" cy="830997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balanced" dir="t">
                <a:rot lat="0" lon="0" rev="2100000"/>
              </a:lightRig>
            </a:scene3d>
            <a:sp3d extrusionH="57150" prstMaterial="metal">
              <a:bevelT w="38100" h="25400"/>
              <a:contourClr>
                <a:schemeClr val="bg2"/>
              </a:contourClr>
            </a:sp3d>
          </a:bodyPr>
          <a:lstStyle/>
          <a:p>
            <a:pPr algn="ctr"/>
            <a:r>
              <a:rPr lang="en-US" sz="4800" b="1" u="sng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2.</a:t>
            </a:r>
            <a:r>
              <a:rPr lang="ru-RU" sz="4800" b="1" u="sng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4</a:t>
            </a:r>
            <a:r>
              <a:rPr lang="en-US" sz="4800" b="1" u="sng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 </a:t>
            </a:r>
            <a:r>
              <a:rPr lang="ru-RU" sz="4800" b="1" u="sng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Цвета в </a:t>
            </a:r>
            <a:r>
              <a:rPr lang="en-US" sz="4800" b="1" u="sng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Web</a:t>
            </a:r>
            <a:endParaRPr lang="ru-RU" sz="4800" b="1" u="sng" dirty="0" smtClean="0">
              <a:ln w="50800"/>
              <a:solidFill>
                <a:schemeClr val="bg1">
                  <a:shade val="50000"/>
                </a:schemeClr>
              </a:solidFill>
            </a:endParaRPr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51520" y="188640"/>
            <a:ext cx="8640960" cy="707886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balanced" dir="t">
                <a:rot lat="0" lon="0" rev="2100000"/>
              </a:lightRig>
            </a:scene3d>
            <a:sp3d extrusionH="57150" prstMaterial="metal">
              <a:bevelT w="38100" h="25400"/>
              <a:contourClr>
                <a:schemeClr val="bg2"/>
              </a:contourClr>
            </a:sp3d>
          </a:bodyPr>
          <a:lstStyle/>
          <a:p>
            <a:pPr algn="ctr"/>
            <a:r>
              <a:rPr lang="en-US" sz="4000" b="1" i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Web-</a:t>
            </a:r>
            <a:r>
              <a:rPr lang="ru-RU" sz="4000" b="1" i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палитра</a:t>
            </a:r>
          </a:p>
        </p:txBody>
      </p:sp>
      <p:pic>
        <p:nvPicPr>
          <p:cNvPr id="2050" name="Picture 2" descr="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1979712" y="1340768"/>
            <a:ext cx="4968552" cy="4968552"/>
          </a:xfrm>
          <a:prstGeom prst="rect">
            <a:avLst/>
          </a:prstGeom>
          <a:noFill/>
        </p:spPr>
      </p:pic>
    </p:spTree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2946" name="Picture 2" descr="http://zestydesign.co.uk/wp-content/uploads/2016/07/CMYK-versus-RGB-1.png?w=640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0" y="332656"/>
            <a:ext cx="9144000" cy="6096000"/>
          </a:xfrm>
          <a:prstGeom prst="rect">
            <a:avLst/>
          </a:prstGeom>
          <a:noFill/>
        </p:spPr>
      </p:pic>
    </p:spTree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51520" y="764704"/>
            <a:ext cx="8640960" cy="707886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balanced" dir="t">
                <a:rot lat="0" lon="0" rev="2100000"/>
              </a:lightRig>
            </a:scene3d>
            <a:sp3d extrusionH="57150" prstMaterial="metal">
              <a:bevelT w="38100" h="25400"/>
              <a:contourClr>
                <a:schemeClr val="bg2"/>
              </a:contourClr>
            </a:sp3d>
          </a:bodyPr>
          <a:lstStyle/>
          <a:p>
            <a:pPr algn="ctr"/>
            <a:r>
              <a:rPr lang="ru-RU" sz="4000" b="1" i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БЕЗОПАСНЫЕ ВЕБ-ЦВЕТА</a:t>
            </a:r>
          </a:p>
        </p:txBody>
      </p:sp>
      <p:sp>
        <p:nvSpPr>
          <p:cNvPr id="4" name="Прямоугольник 3"/>
          <p:cNvSpPr/>
          <p:nvPr/>
        </p:nvSpPr>
        <p:spPr>
          <a:xfrm>
            <a:off x="251520" y="2780928"/>
            <a:ext cx="8640960" cy="132343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4000" b="1" i="1" dirty="0" smtClean="0">
                <a:ln w="50800"/>
                <a:solidFill>
                  <a:schemeClr val="bg1">
                    <a:shade val="50000"/>
                  </a:schemeClr>
                </a:solidFill>
                <a:hlinkClick r:id="rId3"/>
              </a:rPr>
              <a:t>https://colorscheme.ru/web-safe-colors.html</a:t>
            </a:r>
            <a:endParaRPr lang="ru-RU" sz="4000" b="1" i="1" dirty="0" smtClean="0">
              <a:ln w="50800"/>
              <a:solidFill>
                <a:schemeClr val="bg1">
                  <a:shade val="50000"/>
                </a:schemeClr>
              </a:solidFill>
            </a:endParaRPr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51520" y="836712"/>
            <a:ext cx="8640960" cy="707886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balanced" dir="t">
                <a:rot lat="0" lon="0" rev="2100000"/>
              </a:lightRig>
            </a:scene3d>
            <a:sp3d extrusionH="57150" prstMaterial="metal">
              <a:bevelT w="38100" h="25400"/>
              <a:contourClr>
                <a:schemeClr val="bg2"/>
              </a:contourClr>
            </a:sp3d>
          </a:bodyPr>
          <a:lstStyle/>
          <a:p>
            <a:pPr algn="ctr"/>
            <a:r>
              <a:rPr lang="en-US" sz="4000" b="1" i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Photoshop</a:t>
            </a:r>
            <a:endParaRPr lang="ru-RU" sz="4000" b="1" i="1" dirty="0" smtClean="0">
              <a:ln w="50800"/>
              <a:solidFill>
                <a:schemeClr val="bg1">
                  <a:shade val="50000"/>
                </a:schemeClr>
              </a:solidFill>
            </a:endParaRPr>
          </a:p>
        </p:txBody>
      </p:sp>
      <p:sp>
        <p:nvSpPr>
          <p:cNvPr id="4" name="Прямоугольник 3"/>
          <p:cNvSpPr/>
          <p:nvPr/>
        </p:nvSpPr>
        <p:spPr>
          <a:xfrm>
            <a:off x="251520" y="2204864"/>
            <a:ext cx="8640960" cy="267765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24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Рассмотрение основных возможностей: открытие изображений, подбор цветов при помощи палитры </a:t>
            </a:r>
            <a:r>
              <a:rPr lang="ru-RU" sz="2400" dirty="0" err="1" smtClean="0">
                <a:ln w="50800"/>
                <a:solidFill>
                  <a:schemeClr val="bg1">
                    <a:shade val="50000"/>
                  </a:schemeClr>
                </a:solidFill>
              </a:rPr>
              <a:t>Photoshop</a:t>
            </a:r>
            <a:r>
              <a:rPr lang="ru-RU" sz="24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, инструмент пипетка;</a:t>
            </a:r>
          </a:p>
          <a:p>
            <a:r>
              <a:rPr lang="ru-RU" sz="24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использование выбранного цвета в атрибуте </a:t>
            </a:r>
            <a:r>
              <a:rPr lang="ru-RU" sz="2400" dirty="0" err="1" smtClean="0">
                <a:ln w="50800"/>
                <a:solidFill>
                  <a:schemeClr val="bg1">
                    <a:shade val="50000"/>
                  </a:schemeClr>
                </a:solidFill>
              </a:rPr>
              <a:t>color</a:t>
            </a:r>
            <a:r>
              <a:rPr lang="ru-RU" sz="24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 тега </a:t>
            </a:r>
            <a:r>
              <a:rPr lang="en-US" sz="24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&lt;font&gt;</a:t>
            </a:r>
          </a:p>
          <a:p>
            <a:endParaRPr lang="en-US" sz="2400" dirty="0" smtClean="0">
              <a:ln w="50800"/>
              <a:solidFill>
                <a:schemeClr val="bg1">
                  <a:shade val="50000"/>
                </a:schemeClr>
              </a:solidFill>
            </a:endParaRPr>
          </a:p>
          <a:p>
            <a:pPr algn="ctr"/>
            <a:r>
              <a:rPr lang="en-US" sz="24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&lt;font color=“#6633CC”&gt; </a:t>
            </a:r>
            <a:r>
              <a:rPr lang="ru-RU" sz="24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текст </a:t>
            </a:r>
            <a:r>
              <a:rPr lang="en-US" sz="24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&lt;/font&gt;</a:t>
            </a:r>
            <a:endParaRPr lang="ru-RU" sz="2400" dirty="0" smtClean="0">
              <a:ln w="50800"/>
              <a:solidFill>
                <a:schemeClr val="bg1">
                  <a:shade val="50000"/>
                </a:schemeClr>
              </a:solidFill>
            </a:endParaRPr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51520" y="2204864"/>
            <a:ext cx="8640960" cy="1569660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balanced" dir="t">
                <a:rot lat="0" lon="0" rev="2100000"/>
              </a:lightRig>
            </a:scene3d>
            <a:sp3d extrusionH="57150" prstMaterial="metal">
              <a:bevelT w="38100" h="25400"/>
              <a:contourClr>
                <a:schemeClr val="bg2"/>
              </a:contourClr>
            </a:sp3d>
          </a:bodyPr>
          <a:lstStyle/>
          <a:p>
            <a:pPr algn="ctr"/>
            <a:r>
              <a:rPr lang="ru-RU" sz="4800" b="1" u="sng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Домашнее задание и работа в классе</a:t>
            </a:r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/>
          <p:cNvSpPr/>
          <p:nvPr/>
        </p:nvSpPr>
        <p:spPr>
          <a:xfrm>
            <a:off x="251520" y="2204864"/>
            <a:ext cx="8640960" cy="83099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sz="24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Отредактировать </a:t>
            </a:r>
            <a:r>
              <a:rPr lang="en-US" sz="24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html</a:t>
            </a:r>
            <a:r>
              <a:rPr lang="ru-RU" sz="24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 страницу с текстом с файла </a:t>
            </a:r>
            <a:r>
              <a:rPr lang="en-US" sz="24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word</a:t>
            </a:r>
            <a:endParaRPr lang="ru-RU" sz="2400" dirty="0">
              <a:ln w="50800"/>
              <a:solidFill>
                <a:schemeClr val="bg1">
                  <a:shade val="50000"/>
                </a:schemeClr>
              </a:solidFill>
            </a:endParaRPr>
          </a:p>
          <a:p>
            <a:pPr algn="ctr"/>
            <a:r>
              <a:rPr lang="ru-RU" sz="24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Согласно полученным знаниям</a:t>
            </a:r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ClassicPhotoAlbum">
  <a:themeElements>
    <a:clrScheme name="Technic">
      <a:dk1>
        <a:sysClr val="windowText" lastClr="000000"/>
      </a:dk1>
      <a:lt1>
        <a:sysClr val="window" lastClr="FFFFFF"/>
      </a:lt1>
      <a:dk2>
        <a:srgbClr val="3B3B3B"/>
      </a:dk2>
      <a:lt2>
        <a:srgbClr val="D4D2D0"/>
      </a:lt2>
      <a:accent1>
        <a:srgbClr val="6EA0B0"/>
      </a:accent1>
      <a:accent2>
        <a:srgbClr val="CCAF0A"/>
      </a:accent2>
      <a:accent3>
        <a:srgbClr val="8D89A4"/>
      </a:accent3>
      <a:accent4>
        <a:srgbClr val="748560"/>
      </a:accent4>
      <a:accent5>
        <a:srgbClr val="9E9273"/>
      </a:accent5>
      <a:accent6>
        <a:srgbClr val="7E848D"/>
      </a:accent6>
      <a:hlink>
        <a:srgbClr val="00C8C3"/>
      </a:hlink>
      <a:folHlink>
        <a:srgbClr val="A116E0"/>
      </a:folHlink>
    </a:clrScheme>
    <a:fontScheme name="Oriel">
      <a:majorFont>
        <a:latin typeface="Century Schoolbook"/>
        <a:ea typeface=""/>
        <a:cs typeface=""/>
        <a:font script="Jpan" typeface="ＭＳ Ｐ明朝"/>
        <a:font script="Hang" typeface="휴먼매직체"/>
        <a:font script="Hans" typeface="华文楷体"/>
        <a:font script="Hant" typeface="新細明體"/>
        <a:font script="Arab" typeface="Times New Roman"/>
        <a:font script="Hebr" typeface="Times New Roman"/>
        <a:font script="Thai" typeface="KodchiangUPC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entury Schoolbook"/>
        <a:ea typeface=""/>
        <a:cs typeface=""/>
        <a:font script="Jpan" typeface="ＭＳ Ｐ明朝"/>
        <a:font script="Hang" typeface="휴먼매직체"/>
        <a:font script="Hans" typeface="宋体"/>
        <a:font script="Hant" typeface="新細明體"/>
        <a:font script="Arab" typeface="Times New Roman"/>
        <a:font script="Hebr" typeface="Times New Roman"/>
        <a:font script="Thai" typeface="KodchiangUPC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inorFont>
    </a:fontScheme>
    <a:fmtScheme name="Trek">
      <a:fillStyleLst>
        <a:solidFill>
          <a:schemeClr val="phClr"/>
        </a:solidFill>
        <a:gradFill rotWithShape="1">
          <a:gsLst>
            <a:gs pos="0">
              <a:schemeClr val="phClr">
                <a:tint val="30000"/>
                <a:satMod val="250000"/>
              </a:schemeClr>
            </a:gs>
            <a:gs pos="72000">
              <a:schemeClr val="phClr">
                <a:tint val="75000"/>
                <a:satMod val="210000"/>
              </a:schemeClr>
            </a:gs>
            <a:gs pos="100000">
              <a:schemeClr val="phClr">
                <a:tint val="85000"/>
                <a:satMod val="210000"/>
              </a:schemeClr>
            </a:gs>
          </a:gsLst>
          <a:lin ang="5400000" scaled="1"/>
        </a:gradFill>
        <a:gradFill rotWithShape="1">
          <a:gsLst>
            <a:gs pos="0">
              <a:schemeClr val="phClr">
                <a:tint val="75000"/>
                <a:shade val="85000"/>
                <a:satMod val="230000"/>
              </a:schemeClr>
            </a:gs>
            <a:gs pos="25000">
              <a:schemeClr val="phClr">
                <a:tint val="90000"/>
                <a:shade val="70000"/>
                <a:satMod val="220000"/>
              </a:schemeClr>
            </a:gs>
            <a:gs pos="50000">
              <a:schemeClr val="phClr">
                <a:tint val="90000"/>
                <a:shade val="58000"/>
                <a:satMod val="225000"/>
              </a:schemeClr>
            </a:gs>
            <a:gs pos="65000">
              <a:schemeClr val="phClr">
                <a:tint val="90000"/>
                <a:shade val="58000"/>
                <a:satMod val="225000"/>
              </a:schemeClr>
            </a:gs>
            <a:gs pos="80000">
              <a:schemeClr val="phClr">
                <a:tint val="90000"/>
                <a:shade val="69000"/>
                <a:satMod val="220000"/>
              </a:schemeClr>
            </a:gs>
            <a:gs pos="100000">
              <a:schemeClr val="phClr">
                <a:tint val="77000"/>
                <a:shade val="80000"/>
                <a:satMod val="230000"/>
              </a:schemeClr>
            </a:gs>
          </a:gsLst>
          <a:lin ang="5400000" scaled="1"/>
        </a:gradFill>
      </a:fillStyleLst>
      <a:lnStyleLst>
        <a:ln w="10000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76200" dist="50800" dir="5400000" rotWithShape="0">
              <a:srgbClr val="4E3B30">
                <a:alpha val="60000"/>
              </a:srgbClr>
            </a:outerShdw>
          </a:effectLst>
        </a:effectStyle>
        <a:effectStyle>
          <a:effectLst>
            <a:outerShdw blurRad="76200" dist="50800" dir="5400000" rotWithShape="0">
              <a:srgbClr val="4E3B3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0"/>
            </a:lightRig>
          </a:scene3d>
          <a:sp3d prstMaterial="metal">
            <a:bevelT w="10000" h="10000"/>
          </a:sp3d>
        </a:effectStyle>
        <a:effectStyle>
          <a:effectLst>
            <a:outerShdw blurRad="76200" dist="50800" dir="5400000" rotWithShape="0">
              <a:srgbClr val="4E3B30">
                <a:alpha val="60000"/>
              </a:srgbClr>
            </a:outerShdw>
          </a:effectLst>
          <a:scene3d>
            <a:camera prst="obliqueTopLeft" fov="600000">
              <a:rot lat="0" lon="0" rev="0"/>
            </a:camera>
            <a:lightRig rig="balanced" dir="t">
              <a:rot lat="0" lon="0" rev="19200000"/>
            </a:lightRig>
          </a:scene3d>
          <a:sp3d contourW="12700" prstMaterial="matte">
            <a:bevelT w="60000" h="50800"/>
            <a:contourClr>
              <a:schemeClr val="phClr">
                <a:shade val="60000"/>
                <a:satMod val="110000"/>
              </a:schemeClr>
            </a:contourClr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55000"/>
                <a:satMod val="300000"/>
              </a:schemeClr>
            </a:gs>
            <a:gs pos="40000">
              <a:schemeClr val="phClr">
                <a:tint val="65000"/>
                <a:satMod val="300000"/>
              </a:schemeClr>
            </a:gs>
            <a:gs pos="100000">
              <a:schemeClr val="phClr">
                <a:shade val="70000"/>
                <a:satMod val="350000"/>
              </a:schemeClr>
            </a:gs>
          </a:gsLst>
          <a:path path="circle">
            <a:fillToRect l="51000" t="-20000" r="200000" b="100000"/>
          </a:path>
        </a:gradFill>
        <a:blipFill>
          <a:blip xmlns:r="http://schemas.openxmlformats.org/officeDocument/2006/relationships" r:embed="rId1">
            <a:duotone>
              <a:schemeClr val="phClr">
                <a:shade val="25000"/>
                <a:satMod val="350000"/>
              </a:schemeClr>
              <a:schemeClr val="phClr">
                <a:tint val="83000"/>
                <a:satMod val="115000"/>
              </a:schemeClr>
            </a:duotone>
          </a:blip>
          <a:tile tx="0" ty="0" sx="120000" sy="120000" flip="xy" algn="t"/>
        </a:blip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Grek" typeface=""/>
        <a:font script="Cyrl" typeface=""/>
        <a:font script="Jpan" typeface="ＭＳ Ｐゴシック"/>
        <a:font script="Hang" typeface="맑은 고딕"/>
        <a:font script="Hans" typeface="宋体"/>
        <a:font script="Hant" typeface="微軟正黑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Grek" typeface=""/>
        <a:font script="Cyrl"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hade val="98000"/>
                <a:satMod val="300000"/>
              </a:schemeClr>
            </a:gs>
            <a:gs pos="25000">
              <a:schemeClr val="phClr">
                <a:tint val="37000"/>
                <a:shade val="98000"/>
                <a:satMod val="300000"/>
              </a:schemeClr>
            </a:gs>
            <a:gs pos="100000">
              <a:schemeClr val="phClr">
                <a:tint val="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75000"/>
                <a:satMod val="160000"/>
              </a:schemeClr>
            </a:gs>
            <a:gs pos="62000">
              <a:schemeClr val="phClr">
                <a:satMod val="125000"/>
              </a:schemeClr>
            </a:gs>
            <a:gs pos="100000">
              <a:schemeClr val="phClr">
                <a:tint val="80000"/>
                <a:satMod val="140000"/>
              </a:schemeClr>
            </a:gs>
          </a:gsLst>
          <a:lin ang="16200000" scaled="0"/>
        </a:gradFill>
      </a:fillStyleLst>
      <a:lnStyleLst>
        <a:ln w="63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  <a:ln w="34925" cap="rnd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63500" dist="25400" dir="5400000">
              <a:srgbClr val="000000">
                <a:alpha val="43137"/>
              </a:srgbClr>
            </a:outerShdw>
          </a:effectLst>
        </a:effectStyle>
        <a:effectStyle>
          <a:effectLst>
            <a:outerShdw blurRad="50800" dist="38100" dir="5400000">
              <a:srgbClr val="000000">
                <a:alpha val="45882"/>
              </a:srgbClr>
            </a:outerShdw>
          </a:effectLst>
          <a:scene3d>
            <a:camera prst="orthographicFront" fov="0">
              <a:rot lat="0" lon="0" rev="0"/>
            </a:camera>
            <a:lightRig rig="contrasting" dir="t">
              <a:rot lat="0" lon="0" rev="16500000"/>
            </a:lightRig>
          </a:scene3d>
          <a:sp3d contourW="12700" prstMaterial="powder">
            <a:bevelT h="50800"/>
            <a:contourClr>
              <a:schemeClr val="phClr"/>
            </a:contourClr>
          </a:sp3d>
        </a:effectStyle>
        <a:effectStyle>
          <a:effectLst>
            <a:reflection blurRad="12700" stA="25000" endPos="28000" dist="38100" dir="5400000" sy="-100000"/>
          </a:effectLst>
          <a:scene3d>
            <a:camera prst="orthographicFront" fov="0">
              <a:rot lat="0" lon="0" rev="0"/>
            </a:camera>
            <a:lightRig rig="threePt" dir="t">
              <a:rot lat="0" lon="0" rev="0"/>
            </a:lightRig>
          </a:scene3d>
          <a:sp3d>
            <a:bevelT w="139700" h="38100"/>
            <a:contourClr>
              <a:schemeClr val="phClr"/>
            </a:contourClr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shade val="75000"/>
                <a:satMod val="250000"/>
              </a:schemeClr>
            </a:gs>
            <a:gs pos="20000">
              <a:schemeClr val="phClr">
                <a:shade val="85000"/>
                <a:satMod val="175000"/>
              </a:schemeClr>
            </a:gs>
            <a:gs pos="100000">
              <a:schemeClr val="phClr">
                <a:tint val="70000"/>
                <a:satMod val="175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0000"/>
                <a:satMod val="145000"/>
              </a:schemeClr>
            </a:gs>
            <a:gs pos="30000">
              <a:schemeClr val="phClr">
                <a:shade val="65000"/>
                <a:satMod val="155000"/>
              </a:schemeClr>
            </a:gs>
            <a:gs pos="100000">
              <a:schemeClr val="phClr">
                <a:tint val="60000"/>
                <a:satMod val="170000"/>
              </a:schemeClr>
            </a:gs>
          </a:gsLst>
          <a:lin ang="16200000" scaled="1"/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Grek" typeface=""/>
        <a:font script="Cyrl" typeface=""/>
        <a:font script="Jpan" typeface="ＭＳ Ｐゴシック"/>
        <a:font script="Hang" typeface="맑은 고딕"/>
        <a:font script="Hans" typeface="宋体"/>
        <a:font script="Hant" typeface="微軟正黑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Grek" typeface=""/>
        <a:font script="Cyrl"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hade val="98000"/>
                <a:satMod val="300000"/>
              </a:schemeClr>
            </a:gs>
            <a:gs pos="25000">
              <a:schemeClr val="phClr">
                <a:tint val="37000"/>
                <a:shade val="98000"/>
                <a:satMod val="300000"/>
              </a:schemeClr>
            </a:gs>
            <a:gs pos="100000">
              <a:schemeClr val="phClr">
                <a:tint val="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75000"/>
                <a:satMod val="160000"/>
              </a:schemeClr>
            </a:gs>
            <a:gs pos="62000">
              <a:schemeClr val="phClr">
                <a:satMod val="125000"/>
              </a:schemeClr>
            </a:gs>
            <a:gs pos="100000">
              <a:schemeClr val="phClr">
                <a:tint val="80000"/>
                <a:satMod val="140000"/>
              </a:schemeClr>
            </a:gs>
          </a:gsLst>
          <a:lin ang="16200000" scaled="0"/>
        </a:gradFill>
      </a:fillStyleLst>
      <a:lnStyleLst>
        <a:ln w="63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  <a:ln w="34925" cap="rnd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63500" dist="25400" dir="5400000">
              <a:srgbClr val="000000">
                <a:alpha val="43137"/>
              </a:srgbClr>
            </a:outerShdw>
          </a:effectLst>
        </a:effectStyle>
        <a:effectStyle>
          <a:effectLst>
            <a:outerShdw blurRad="50800" dist="38100" dir="5400000">
              <a:srgbClr val="000000">
                <a:alpha val="45882"/>
              </a:srgbClr>
            </a:outerShdw>
          </a:effectLst>
          <a:scene3d>
            <a:camera prst="orthographicFront" fov="0">
              <a:rot lat="0" lon="0" rev="0"/>
            </a:camera>
            <a:lightRig rig="contrasting" dir="t">
              <a:rot lat="0" lon="0" rev="16500000"/>
            </a:lightRig>
          </a:scene3d>
          <a:sp3d contourW="12700" prstMaterial="powder">
            <a:bevelT h="50800"/>
            <a:contourClr>
              <a:schemeClr val="phClr"/>
            </a:contourClr>
          </a:sp3d>
        </a:effectStyle>
        <a:effectStyle>
          <a:effectLst>
            <a:reflection blurRad="12700" stA="25000" endPos="28000" dist="38100" dir="5400000" sy="-100000"/>
          </a:effectLst>
          <a:scene3d>
            <a:camera prst="orthographicFront" fov="0">
              <a:rot lat="0" lon="0" rev="0"/>
            </a:camera>
            <a:lightRig rig="threePt" dir="t">
              <a:rot lat="0" lon="0" rev="0"/>
            </a:lightRig>
          </a:scene3d>
          <a:sp3d>
            <a:bevelT w="139700" h="38100"/>
            <a:contourClr>
              <a:schemeClr val="phClr"/>
            </a:contourClr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shade val="75000"/>
                <a:satMod val="250000"/>
              </a:schemeClr>
            </a:gs>
            <a:gs pos="20000">
              <a:schemeClr val="phClr">
                <a:shade val="85000"/>
                <a:satMod val="175000"/>
              </a:schemeClr>
            </a:gs>
            <a:gs pos="100000">
              <a:schemeClr val="phClr">
                <a:tint val="70000"/>
                <a:satMod val="175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0000"/>
                <a:satMod val="145000"/>
              </a:schemeClr>
            </a:gs>
            <a:gs pos="30000">
              <a:schemeClr val="phClr">
                <a:shade val="65000"/>
                <a:satMod val="155000"/>
              </a:schemeClr>
            </a:gs>
            <a:gs pos="100000">
              <a:schemeClr val="phClr">
                <a:tint val="60000"/>
                <a:satMod val="170000"/>
              </a:schemeClr>
            </a:gs>
          </a:gsLst>
          <a:lin ang="16200000" scaled="1"/>
        </a:gradFill>
      </a:bgFillStyleLst>
    </a:fmtScheme>
  </a:themeElements>
  <a:objectDefaults/>
  <a:extraClrSchemeLst/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revision>1</cp:revision>
  <dcterms:created xsi:type="dcterms:W3CDTF">2026-10-01T06:36:38Z</dcterms:created>
  <dcterms:modified xsi:type="dcterms:W3CDTF">2026-10-01T06:36:38Z</dcterms:modified>
</cp:coreProperties>
</file>