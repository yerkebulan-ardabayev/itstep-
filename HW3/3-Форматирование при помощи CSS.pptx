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>
  <p:sldMasterIdLst>
    <p:sldMasterId id="2147483648" r:id="rId1"/>
  </p:sldMasterIdLst>
  <p:notesMasterIdLst>
    <p:notesMasterId r:id="rId49"/>
  </p:notesMasterIdLst>
  <p:handoutMasterIdLst>
    <p:handoutMasterId r:id="rId50"/>
  </p:handoutMasterIdLst>
  <p:sldIdLst>
    <p:sldId id="355" r:id="rId2"/>
    <p:sldId id="364" r:id="rId3"/>
    <p:sldId id="369" r:id="rId4"/>
    <p:sldId id="376" r:id="rId5"/>
    <p:sldId id="357" r:id="rId6"/>
    <p:sldId id="372" r:id="rId7"/>
    <p:sldId id="373" r:id="rId8"/>
    <p:sldId id="374" r:id="rId9"/>
    <p:sldId id="375" r:id="rId10"/>
    <p:sldId id="368" r:id="rId11"/>
    <p:sldId id="377" r:id="rId12"/>
    <p:sldId id="378" r:id="rId13"/>
    <p:sldId id="379" r:id="rId14"/>
    <p:sldId id="397" r:id="rId15"/>
    <p:sldId id="380" r:id="rId16"/>
    <p:sldId id="398" r:id="rId17"/>
    <p:sldId id="381" r:id="rId18"/>
    <p:sldId id="382" r:id="rId19"/>
    <p:sldId id="388" r:id="rId20"/>
    <p:sldId id="387" r:id="rId21"/>
    <p:sldId id="389" r:id="rId22"/>
    <p:sldId id="383" r:id="rId23"/>
    <p:sldId id="390" r:id="rId24"/>
    <p:sldId id="384" r:id="rId25"/>
    <p:sldId id="385" r:id="rId26"/>
    <p:sldId id="386" r:id="rId27"/>
    <p:sldId id="391" r:id="rId28"/>
    <p:sldId id="392" r:id="rId29"/>
    <p:sldId id="393" r:id="rId30"/>
    <p:sldId id="394" r:id="rId31"/>
    <p:sldId id="395" r:id="rId32"/>
    <p:sldId id="396" r:id="rId33"/>
    <p:sldId id="399" r:id="rId34"/>
    <p:sldId id="400" r:id="rId35"/>
    <p:sldId id="401" r:id="rId36"/>
    <p:sldId id="402" r:id="rId37"/>
    <p:sldId id="403" r:id="rId38"/>
    <p:sldId id="404" r:id="rId39"/>
    <p:sldId id="405" r:id="rId40"/>
    <p:sldId id="406" r:id="rId41"/>
    <p:sldId id="407" r:id="rId42"/>
    <p:sldId id="408" r:id="rId43"/>
    <p:sldId id="409" r:id="rId44"/>
    <p:sldId id="410" r:id="rId45"/>
    <p:sldId id="411" r:id="rId46"/>
    <p:sldId id="413" r:id="rId47"/>
    <p:sldId id="412" r:id="rId48"/>
  </p:sldIdLst>
  <p:sldSz cx="9144000" cy="6858000" type="screen4x3"/>
  <p:notesSz cx="6858000" cy="9144000"/>
  <p:defaultTextStyle>
    <a:lvl1pPr marL="0" algn="l" rtl="0" latinLnBrk="0">
      <a:defRPr lang="ru-RU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latinLnBrk="0">
      <a:defRPr lang="ru-RU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latinLnBrk="0">
      <a:defRPr lang="ru-RU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latinLnBrk="0">
      <a:defRPr lang="ru-RU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latinLnBrk="0">
      <a:defRPr lang="ru-RU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rtl="0" latinLnBrk="0">
      <a:defRPr lang="ru-RU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rtl="0" latinLnBrk="0">
      <a:defRPr lang="ru-RU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rtl="0" latinLnBrk="0">
      <a:defRPr lang="ru-RU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rtl="0" latinLnBrk="0">
      <a:defRPr lang="ru-RU" sz="1800" kern="1200">
        <a:solidFill>
          <a:schemeClr val="tx1"/>
        </a:solidFill>
        <a:latin typeface="+mn-lt"/>
        <a:ea typeface="+mn-ea"/>
        <a:cs typeface="+mn-cs"/>
      </a:defRPr>
    </a:lvl9pPr>
    <a:extLst/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0000"/>
    <a:srgbClr val="00FF00"/>
    <a:srgbClr val="0000FF"/>
    <a:srgbClr val="111111"/>
    <a:srgbClr val="663300"/>
    <a:srgbClr val="CC00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C2FFA5D-87B4-456A-9821-1D502468CF0F}" styleName="Стиль из темы 1 - акцент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Нет стиля, нет сетки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C7853C-536D-4A76-A0AE-DD22124D55A5}" styleName="Стиль из темы 1 - акцент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08FB837D-C827-4EFA-A057-4D05807E0F7C}" styleName="Стиль из темы 1 - акцент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616DA210-FB5B-4158-B5E0-FEB733F419BA}" styleName="Светлый стиль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E8B1032C-EA38-4F05-BA0D-38AFFFC7BED3}" styleName="Светлый стиль 3 - акцент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BC89EF96-8CEA-46FF-86C4-4CE0E7609802}" styleName="Светлый стиль 3 - акцент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99" autoAdjust="0"/>
    <p:restoredTop sz="98024" autoAdjust="0"/>
  </p:normalViewPr>
  <p:slideViewPr>
    <p:cSldViewPr>
      <p:cViewPr varScale="1">
        <p:scale>
          <a:sx n="111" d="100"/>
          <a:sy n="111" d="100"/>
        </p:scale>
        <p:origin x="1644" y="10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slide" Target="slides/slide40.xml"/><Relationship Id="rId54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rtlCol="0"/>
          <a:lstStyle>
            <a:lvl1pPr algn="l" latinLnBrk="0">
              <a:defRPr lang="ru-RU" sz="1200"/>
            </a:lvl1pPr>
            <a:extLst/>
          </a:lstStyle>
          <a:p>
            <a:endParaRPr lang="ru-RU" dirty="0"/>
          </a:p>
        </p:txBody>
      </p:sp>
      <p:sp>
        <p:nvSpPr>
          <p:cNvPr id="3" name="Rectangle 3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rtlCol="0"/>
          <a:lstStyle>
            <a:lvl1pPr algn="r" latinLnBrk="0">
              <a:defRPr lang="ru-RU" sz="1200"/>
            </a:lvl1pPr>
            <a:extLst/>
          </a:lstStyle>
          <a:p>
            <a:fld id="{68F88C59-319B-4332-9A1D-2A62CFCB00D8}" type="datetimeFigureOut">
              <a:rPr lang="ru-RU" smtClean="0"/>
              <a:pPr/>
              <a:t>28.12.2020</a:t>
            </a:fld>
            <a:endParaRPr lang="ru-RU" dirty="0"/>
          </a:p>
        </p:txBody>
      </p:sp>
      <p:sp>
        <p:nvSpPr>
          <p:cNvPr id="4" name="Rectangle 4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rtlCol="0" anchor="b"/>
          <a:lstStyle>
            <a:lvl1pPr algn="l" latinLnBrk="0">
              <a:defRPr lang="ru-RU" sz="1200"/>
            </a:lvl1pPr>
            <a:extLst/>
          </a:lstStyle>
          <a:p>
            <a:endParaRPr lang="ru-RU" dirty="0"/>
          </a:p>
        </p:txBody>
      </p:sp>
      <p:sp>
        <p:nvSpPr>
          <p:cNvPr id="5" name="Rectangle 5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rtlCol="0" anchor="b"/>
          <a:lstStyle>
            <a:lvl1pPr algn="r" latinLnBrk="0">
              <a:defRPr lang="ru-RU" sz="1200"/>
            </a:lvl1pPr>
            <a:extLst/>
          </a:lstStyle>
          <a:p>
            <a:fld id="{B16A41B8-7DC3-4DB6-84E4-E105629EAA36}" type="slidenum">
              <a:rPr lang="ru-RU" smtClean="0"/>
              <a:pPr/>
              <a:t>‹#›</a:t>
            </a:fld>
            <a:endParaRPr lang="ru-RU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rtlCol="0"/>
          <a:lstStyle>
            <a:lvl1pPr algn="l" latinLnBrk="0">
              <a:defRPr lang="ru-RU" sz="1200"/>
            </a:lvl1pPr>
            <a:extLst/>
          </a:lstStyle>
          <a:p>
            <a:endParaRPr lang="ru-RU" dirty="0"/>
          </a:p>
        </p:txBody>
      </p:sp>
      <p:sp>
        <p:nvSpPr>
          <p:cNvPr id="3" name="Rectangle 3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rtlCol="0"/>
          <a:lstStyle>
            <a:lvl1pPr algn="r" latinLnBrk="0">
              <a:defRPr lang="ru-RU" sz="1200"/>
            </a:lvl1pPr>
            <a:extLst/>
          </a:lstStyle>
          <a:p>
            <a:fld id="{968B300D-05F0-4B43-940D-46DED5A791AD}" type="datetimeFigureOut">
              <a:rPr lang="ru-RU"/>
              <a:pPr/>
              <a:t>28.12.2020</a:t>
            </a:fld>
            <a:endParaRPr lang="ru-RU" dirty="0"/>
          </a:p>
        </p:txBody>
      </p:sp>
      <p:sp>
        <p:nvSpPr>
          <p:cNvPr id="4" name="Rectangle 4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rtlCol="0" anchor="ctr"/>
          <a:lstStyle/>
          <a:p>
            <a:endParaRPr lang="ru-RU" dirty="0"/>
          </a:p>
        </p:txBody>
      </p:sp>
      <p:sp>
        <p:nvSpPr>
          <p:cNvPr id="5" name="Rectangle 5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Rectangle 6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rtlCol="0" anchor="b"/>
          <a:lstStyle>
            <a:lvl1pPr algn="l" latinLnBrk="0">
              <a:defRPr lang="ru-RU" sz="1200"/>
            </a:lvl1pPr>
            <a:extLst/>
          </a:lstStyle>
          <a:p>
            <a:endParaRPr lang="ru-RU" dirty="0"/>
          </a:p>
        </p:txBody>
      </p:sp>
      <p:sp>
        <p:nvSpPr>
          <p:cNvPr id="7" name="Rectangle 7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rtlCol="0" anchor="b"/>
          <a:lstStyle>
            <a:lvl1pPr algn="r" latinLnBrk="0">
              <a:defRPr lang="ru-RU" sz="1200"/>
            </a:lvl1pPr>
            <a:extLst/>
          </a:lstStyle>
          <a:p>
            <a:fld id="{9B26CD33-4337-4529-948A-94F6960B2374}" type="slidenum">
              <a:rPr/>
              <a:pPr/>
              <a:t>‹#›</a:t>
            </a:fld>
            <a:endParaRPr lang="ru-RU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rtl="0" latinLnBrk="0">
      <a:defRPr lang="ru-RU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latinLnBrk="0">
      <a:defRPr lang="ru-RU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latinLnBrk="0">
      <a:defRPr lang="ru-RU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latinLnBrk="0">
      <a:defRPr lang="ru-RU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latinLnBrk="0">
      <a:defRPr lang="ru-RU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rtl="0" latinLnBrk="0">
      <a:defRPr lang="ru-RU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rtl="0" latinLnBrk="0">
      <a:defRPr lang="ru-RU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rtl="0" latinLnBrk="0">
      <a:defRPr lang="ru-RU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rtl="0" latinLnBrk="0">
      <a:defRPr lang="ru-RU" sz="1200" kern="1200">
        <a:solidFill>
          <a:schemeClr val="tx1"/>
        </a:solidFill>
        <a:latin typeface="+mn-lt"/>
        <a:ea typeface="+mn-ea"/>
        <a:cs typeface="+mn-cs"/>
      </a:defRPr>
    </a:lvl9pPr>
    <a:extLst/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1</a:t>
            </a:fld>
            <a:endParaRPr lang="ru-RU"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2</a:t>
            </a:fld>
            <a:endParaRPr lang="ru-RU"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3</a:t>
            </a:fld>
            <a:endParaRPr lang="ru-RU"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4</a:t>
            </a:fld>
            <a:endParaRPr lang="ru-RU"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5</a:t>
            </a:fld>
            <a:endParaRPr lang="ru-RU" dirty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6</a:t>
            </a:fld>
            <a:endParaRPr lang="ru-RU" dirty="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7</a:t>
            </a:fld>
            <a:endParaRPr lang="ru-RU" dirty="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8</a:t>
            </a:fld>
            <a:endParaRPr lang="ru-RU" dirty="0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9</a:t>
            </a:fld>
            <a:endParaRPr lang="ru-RU" dirty="0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10</a:t>
            </a:fld>
            <a:endParaRPr lang="ru-RU" dirty="0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11</a:t>
            </a:fld>
            <a:endParaRPr lang="ru-RU" dirty="0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12</a:t>
            </a:fld>
            <a:endParaRPr lang="ru-RU" dirty="0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13</a:t>
            </a:fld>
            <a:endParaRPr lang="ru-RU" dirty="0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14</a:t>
            </a:fld>
            <a:endParaRPr lang="ru-RU" dirty="0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15</a:t>
            </a:fld>
            <a:endParaRPr lang="ru-RU" dirty="0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16</a:t>
            </a:fld>
            <a:endParaRPr lang="ru-RU" dirty="0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17</a:t>
            </a:fld>
            <a:endParaRPr lang="ru-RU" dirty="0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18</a:t>
            </a:fld>
            <a:endParaRPr lang="ru-RU" dirty="0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19</a:t>
            </a:fld>
            <a:endParaRPr lang="ru-RU" dirty="0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20</a:t>
            </a:fld>
            <a:endParaRPr lang="ru-RU" dirty="0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21</a:t>
            </a:fld>
            <a:endParaRPr lang="ru-RU" dirty="0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22</a:t>
            </a:fld>
            <a:endParaRPr lang="ru-RU" dirty="0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23</a:t>
            </a:fld>
            <a:endParaRPr lang="ru-RU" dirty="0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24</a:t>
            </a:fld>
            <a:endParaRPr lang="ru-RU" dirty="0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25</a:t>
            </a:fld>
            <a:endParaRPr lang="ru-RU" dirty="0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26</a:t>
            </a:fld>
            <a:endParaRPr lang="ru-RU" dirty="0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27</a:t>
            </a:fld>
            <a:endParaRPr lang="ru-RU" dirty="0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28</a:t>
            </a:fld>
            <a:endParaRPr lang="ru-RU" dirty="0"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29</a:t>
            </a:fld>
            <a:endParaRPr lang="ru-RU" dirty="0"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30</a:t>
            </a:fld>
            <a:endParaRPr lang="ru-RU" dirty="0"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31</a:t>
            </a:fld>
            <a:endParaRPr lang="ru-RU" dirty="0"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32</a:t>
            </a:fld>
            <a:endParaRPr lang="ru-RU" dirty="0"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33</a:t>
            </a:fld>
            <a:endParaRPr lang="ru-RU" dirty="0"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34</a:t>
            </a:fld>
            <a:endParaRPr lang="ru-RU" dirty="0"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35</a:t>
            </a:fld>
            <a:endParaRPr lang="ru-RU" dirty="0"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36</a:t>
            </a:fld>
            <a:endParaRPr lang="ru-RU" dirty="0"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37</a:t>
            </a:fld>
            <a:endParaRPr lang="ru-RU" dirty="0"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38</a:t>
            </a:fld>
            <a:endParaRPr lang="ru-RU" dirty="0"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39</a:t>
            </a:fld>
            <a:endParaRPr lang="ru-RU" dirty="0"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40</a:t>
            </a:fld>
            <a:endParaRPr lang="ru-RU" dirty="0"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41</a:t>
            </a:fld>
            <a:endParaRPr lang="ru-RU" dirty="0"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42</a:t>
            </a:fld>
            <a:endParaRPr lang="ru-RU" dirty="0"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43</a:t>
            </a:fld>
            <a:endParaRPr lang="ru-RU" dirty="0"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44</a:t>
            </a:fld>
            <a:endParaRPr lang="ru-RU" dirty="0"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45</a:t>
            </a:fld>
            <a:endParaRPr lang="ru-RU" dirty="0"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46</a:t>
            </a:fld>
            <a:endParaRPr lang="ru-RU" dirty="0"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47</a:t>
            </a:fld>
            <a:endParaRPr lang="ru-RU"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Обложка альбом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7"/>
          <p:cNvSpPr>
            <a:spLocks noGrp="1"/>
          </p:cNvSpPr>
          <p:nvPr>
            <p:ph type="title" hasCustomPrompt="1"/>
          </p:nvPr>
        </p:nvSpPr>
        <p:spPr>
          <a:xfrm>
            <a:off x="228601" y="3962400"/>
            <a:ext cx="8298485" cy="1066800"/>
          </a:xfrm>
        </p:spPr>
        <p:txBody>
          <a:bodyPr bIns="0"/>
          <a:lstStyle>
            <a:lvl1pPr algn="r" eaLnBrk="1" latinLnBrk="0" hangingPunct="1">
              <a:defRPr kumimoji="0" lang="ru-RU"/>
            </a:lvl1pPr>
            <a:extLst/>
          </a:lstStyle>
          <a:p>
            <a:r>
              <a:rPr kumimoji="0" lang="ru-RU"/>
              <a:t>Заголовок фотоальбома</a:t>
            </a:r>
          </a:p>
        </p:txBody>
      </p:sp>
      <p:sp>
        <p:nvSpPr>
          <p:cNvPr id="30" name="Rectangle 7"/>
          <p:cNvSpPr>
            <a:spLocks/>
          </p:cNvSpPr>
          <p:nvPr/>
        </p:nvSpPr>
        <p:spPr>
          <a:xfrm>
            <a:off x="453736" y="5181600"/>
            <a:ext cx="8229600" cy="1143000"/>
          </a:xfrm>
          <a:prstGeom prst="rect">
            <a:avLst/>
          </a:prstGeom>
        </p:spPr>
        <p:txBody>
          <a:bodyPr vert="horz" anchor="ctr">
            <a:norm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ru-RU"/>
            </a:pPr>
            <a:endParaRPr kumimoji="0" lang="ru-RU" sz="3200" b="0" i="1" u="none" strike="noStrike" kern="0" cap="none" spc="0" normalizeH="0" baseline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sp>
        <p:nvSpPr>
          <p:cNvPr id="9" name="Rectangle 7"/>
          <p:cNvSpPr>
            <a:spLocks noGrp="1"/>
          </p:cNvSpPr>
          <p:nvPr>
            <p:ph type="body" sz="quarter" idx="10" hasCustomPrompt="1"/>
          </p:nvPr>
        </p:nvSpPr>
        <p:spPr>
          <a:xfrm>
            <a:off x="2133600" y="5133975"/>
            <a:ext cx="6386946" cy="1219200"/>
          </a:xfrm>
        </p:spPr>
        <p:txBody>
          <a:bodyPr vert="horz" tIns="0" anchor="t" anchorCtr="0">
            <a:noAutofit/>
          </a:bodyPr>
          <a:lstStyle>
            <a:lvl1pPr marL="0" marR="0" indent="0" algn="r" rtl="0" eaLnBrk="1" latinLnBrk="0" hangingPunct="1">
              <a:spcBef>
                <a:spcPct val="20000"/>
              </a:spcBef>
              <a:buFontTx/>
              <a:buNone/>
              <a:defRPr kumimoji="0" lang="ru-RU" sz="1800" i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lvl="0"/>
            <a:r>
              <a:rPr kumimoji="0" lang="ru-RU"/>
              <a:t>Щелкните, чтобы добавить дату и прочие сведения</a:t>
            </a:r>
          </a:p>
        </p:txBody>
      </p:sp>
      <p:sp>
        <p:nvSpPr>
          <p:cNvPr id="27" name="Rectangle 6"/>
          <p:cNvSpPr>
            <a:spLocks noGrp="1"/>
          </p:cNvSpPr>
          <p:nvPr>
            <p:ph type="pic" sz="quarter" idx="11"/>
          </p:nvPr>
        </p:nvSpPr>
        <p:spPr>
          <a:xfrm>
            <a:off x="6096000" y="1600200"/>
            <a:ext cx="2286000" cy="2286000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vert="horz"/>
          <a:lstStyle/>
          <a:p>
            <a:pPr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6" name="Rectangle 5"/>
          <p:cNvSpPr/>
          <p:nvPr userDrawn="1"/>
        </p:nvSpPr>
        <p:spPr>
          <a:xfrm>
            <a:off x="176844" y="186904"/>
            <a:ext cx="8763000" cy="6213896"/>
          </a:xfrm>
          <a:prstGeom prst="rect">
            <a:avLst/>
          </a:prstGeom>
          <a:noFill/>
          <a:ln w="9525" cap="rnd" cmpd="sng" algn="ctr">
            <a:solidFill>
              <a:schemeClr val="bg1">
                <a:tint val="85000"/>
              </a:schemeClr>
            </a:solidFill>
            <a:prstDash val="dash"/>
          </a:ln>
          <a:effectLst>
            <a:outerShdw blurRad="25400" dist="12700" dir="5400000" algn="tl" rotWithShape="0">
              <a:schemeClr val="bg1">
                <a:alpha val="60000"/>
              </a:schemeClr>
            </a:outerShdw>
          </a:effectLst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0" lang="ru-RU" dirty="0"/>
          </a:p>
        </p:txBody>
      </p:sp>
      <p:sp>
        <p:nvSpPr>
          <p:cNvPr id="11" name="Rectangle 10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28.12.2020</a:t>
            </a:fld>
            <a:endParaRPr kumimoji="0" lang="ru-RU" dirty="0"/>
          </a:p>
        </p:txBody>
      </p:sp>
      <p:sp>
        <p:nvSpPr>
          <p:cNvPr id="12" name="Rectangle 11"/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dirty="0"/>
          </a:p>
        </p:txBody>
      </p:sp>
      <p:sp>
        <p:nvSpPr>
          <p:cNvPr id="13" name="Rectangle 12"/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endParaRPr kumimoji="0" lang="ru-RU" dirty="0"/>
          </a:p>
        </p:txBody>
      </p:sp>
    </p:spTree>
  </p:cSld>
  <p:clrMapOvr>
    <a:masterClrMapping/>
  </p:clrMapOvr>
  <p:transition>
    <p:fad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Альбомная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9"/>
          <p:cNvSpPr>
            <a:spLocks noGrp="1" noChangeAspect="1"/>
          </p:cNvSpPr>
          <p:nvPr>
            <p:ph type="pic" sz="quarter" idx="10"/>
          </p:nvPr>
        </p:nvSpPr>
        <p:spPr>
          <a:xfrm>
            <a:off x="914400" y="294590"/>
            <a:ext cx="7467600" cy="5600700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/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1588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7" name="Rectangle 5"/>
          <p:cNvSpPr>
            <a:spLocks noGrp="1"/>
          </p:cNvSpPr>
          <p:nvPr>
            <p:ph type="body" sz="quarter" idx="11" hasCustomPrompt="1"/>
          </p:nvPr>
        </p:nvSpPr>
        <p:spPr>
          <a:xfrm>
            <a:off x="914400" y="6019800"/>
            <a:ext cx="7467600" cy="381000"/>
          </a:xfrm>
        </p:spPr>
        <p:txBody>
          <a:bodyPr rIns="9144" anchor="t" anchorCtr="0">
            <a:noAutofit/>
          </a:bodyPr>
          <a:lstStyle>
            <a:lvl1pPr marL="0" marR="0" indent="0" algn="l" rtl="0" eaLnBrk="1" latinLnBrk="0" hangingPunct="1">
              <a:spcBef>
                <a:spcPct val="20000"/>
              </a:spcBef>
              <a:buFontTx/>
              <a:buNone/>
              <a:defRPr kumimoji="0" lang="ru-RU" sz="1800" i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4" name="Rectangle 3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28.12.2020</a:t>
            </a:fld>
            <a:endParaRPr kumimoji="0" lang="ru-RU" dirty="0"/>
          </a:p>
        </p:txBody>
      </p:sp>
      <p:sp>
        <p:nvSpPr>
          <p:cNvPr id="6" name="Rectangle 5"/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dirty="0"/>
          </a:p>
        </p:txBody>
      </p:sp>
      <p:sp>
        <p:nvSpPr>
          <p:cNvPr id="8" name="Rectangle 7"/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endParaRPr kumimoji="0" lang="ru-RU" dirty="0"/>
          </a:p>
        </p:txBody>
      </p:sp>
    </p:spTree>
  </p:cSld>
  <p:clrMapOvr>
    <a:masterClrMapping/>
  </p:clrMapOvr>
  <p:transition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ColTx" preserve="1">
  <p:cSld name="Книжная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8"/>
          <p:cNvSpPr>
            <a:spLocks noGrp="1"/>
          </p:cNvSpPr>
          <p:nvPr>
            <p:ph type="pic" sz="quarter" idx="10"/>
          </p:nvPr>
        </p:nvSpPr>
        <p:spPr>
          <a:xfrm>
            <a:off x="419375" y="233241"/>
            <a:ext cx="4640305" cy="6172200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1588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13" name="Rectangle 6"/>
          <p:cNvSpPr>
            <a:spLocks noGrp="1"/>
          </p:cNvSpPr>
          <p:nvPr>
            <p:ph type="body" sz="quarter" idx="11" hasCustomPrompt="1"/>
          </p:nvPr>
        </p:nvSpPr>
        <p:spPr>
          <a:xfrm>
            <a:off x="5257800" y="3048000"/>
            <a:ext cx="3505200" cy="3352800"/>
          </a:xfrm>
        </p:spPr>
        <p:txBody>
          <a:bodyPr tIns="91440" bIns="91440" anchor="b" anchorCtr="0">
            <a:noAutofit/>
          </a:bodyPr>
          <a:lstStyle>
            <a:lvl1pPr marL="0" marR="0" indent="0" algn="l" rtl="0" eaLnBrk="1" latinLnBrk="0" hangingPunct="1">
              <a:spcBef>
                <a:spcPct val="20000"/>
              </a:spcBef>
              <a:buFontTx/>
              <a:buNone/>
              <a:defRPr kumimoji="0" lang="ru-RU" sz="1800" i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4" name="Rectangle 3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28.12.2020</a:t>
            </a:fld>
            <a:endParaRPr kumimoji="0" lang="ru-RU" dirty="0"/>
          </a:p>
        </p:txBody>
      </p:sp>
      <p:sp>
        <p:nvSpPr>
          <p:cNvPr id="5" name="Rectangle 4"/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dirty="0"/>
          </a:p>
        </p:txBody>
      </p:sp>
      <p:sp>
        <p:nvSpPr>
          <p:cNvPr id="6" name="Rectangle 5"/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endParaRPr kumimoji="0" lang="ru-RU" dirty="0"/>
          </a:p>
        </p:txBody>
      </p:sp>
    </p:spTree>
  </p:cSld>
  <p:clrMapOvr>
    <a:masterClrMapping/>
  </p:clrMapOvr>
  <p:transition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Альбомная (на весь экран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6"/>
          <p:cNvSpPr>
            <a:spLocks noGrp="1" noChangeAspect="1"/>
          </p:cNvSpPr>
          <p:nvPr>
            <p:ph type="pic" sz="quarter" idx="10" hasCustomPrompt="1"/>
          </p:nvPr>
        </p:nvSpPr>
        <p:spPr>
          <a:xfrm>
            <a:off x="0" y="0"/>
            <a:ext cx="9144000" cy="6858000"/>
          </a:xfrm>
          <a:noFill/>
          <a:ln w="25400" cap="rnd" cmpd="sng" algn="ctr">
            <a:noFill/>
            <a:prstDash val="solid"/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>
              <a:buFontTx/>
              <a:buNone/>
            </a:pPr>
            <a:r>
              <a:rPr kumimoji="0" lang="ru-RU" i="0" dirty="0"/>
              <a:t>Щелкните значок,</a:t>
            </a:r>
            <a:r>
              <a:rPr kumimoji="0" lang="ru-RU" i="0" baseline="0" dirty="0"/>
              <a:t> чтобы добавить </a:t>
            </a:r>
            <a:r>
              <a:rPr kumimoji="0" lang="ru-RU" i="0" dirty="0"/>
              <a:t>фотографию размером со всю страницу</a:t>
            </a:r>
            <a:endParaRPr kumimoji="0" lang="ru-RU" i="0" baseline="0" dirty="0"/>
          </a:p>
          <a:p>
            <a:pPr marL="0" marR="0" indent="0" algn="ctr">
              <a:buFontTx/>
              <a:buNone/>
            </a:pPr>
            <a:endParaRPr kumimoji="0" lang="ru-RU" i="0" dirty="0"/>
          </a:p>
          <a:p>
            <a:pPr algn="ctr">
              <a:buFontTx/>
              <a:buNone/>
            </a:pPr>
            <a:endParaRPr kumimoji="0" lang="ru-RU" i="0" dirty="0"/>
          </a:p>
          <a:p>
            <a:pPr algn="ctr">
              <a:buFontTx/>
              <a:buNone/>
            </a:pPr>
            <a:endParaRPr kumimoji="0" lang="ru-RU" i="0" dirty="0"/>
          </a:p>
        </p:txBody>
      </p:sp>
    </p:spTree>
  </p:cSld>
  <p:clrMapOvr>
    <a:masterClrMapping/>
  </p:clrMapOvr>
  <p:transition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Раздел альбом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2"/>
          <p:cNvSpPr>
            <a:spLocks noGrp="1"/>
          </p:cNvSpPr>
          <p:nvPr>
            <p:ph type="title" hasCustomPrompt="1"/>
          </p:nvPr>
        </p:nvSpPr>
        <p:spPr>
          <a:xfrm>
            <a:off x="752670" y="4572000"/>
            <a:ext cx="7781730" cy="990600"/>
          </a:xfrm>
        </p:spPr>
        <p:txBody>
          <a:bodyPr vert="horz" bIns="0" anchor="b" anchorCtr="0"/>
          <a:lstStyle>
            <a:lvl1pPr eaLnBrk="1" latinLnBrk="0" hangingPunct="1">
              <a:defRPr kumimoji="0" lang="ru-RU" baseline="0"/>
            </a:lvl1pPr>
            <a:extLst/>
          </a:lstStyle>
          <a:p>
            <a:r>
              <a:rPr kumimoji="0" lang="ru-RU"/>
              <a:t>Заголовок раздела</a:t>
            </a:r>
          </a:p>
        </p:txBody>
      </p:sp>
      <p:sp>
        <p:nvSpPr>
          <p:cNvPr id="27" name="Rectangle 11"/>
          <p:cNvSpPr>
            <a:spLocks noGrp="1"/>
          </p:cNvSpPr>
          <p:nvPr>
            <p:ph type="body" sz="quarter" idx="14" hasCustomPrompt="1"/>
          </p:nvPr>
        </p:nvSpPr>
        <p:spPr>
          <a:xfrm>
            <a:off x="752670" y="5600700"/>
            <a:ext cx="7772400" cy="838200"/>
          </a:xfrm>
        </p:spPr>
        <p:txBody>
          <a:bodyPr vert="horz" tIns="0"/>
          <a:lstStyle>
            <a:lvl1pPr eaLnBrk="1" latinLnBrk="0" hangingPunct="1">
              <a:buFontTx/>
              <a:buNone/>
              <a:defRPr kumimoji="0" lang="ru-RU" sz="1800"/>
            </a:lvl1pPr>
            <a:extLst/>
          </a:lstStyle>
          <a:p>
            <a:pPr lvl="0"/>
            <a:r>
              <a:rPr kumimoji="0" lang="ru-RU"/>
              <a:t>Подзаголовок слайда</a:t>
            </a:r>
          </a:p>
        </p:txBody>
      </p:sp>
      <p:sp>
        <p:nvSpPr>
          <p:cNvPr id="7" name="Rectangle 6"/>
          <p:cNvSpPr>
            <a:spLocks noGrp="1"/>
          </p:cNvSpPr>
          <p:nvPr>
            <p:ph type="pic" sz="quarter" idx="11"/>
          </p:nvPr>
        </p:nvSpPr>
        <p:spPr>
          <a:xfrm>
            <a:off x="786338" y="2140695"/>
            <a:ext cx="2286000" cy="2286000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vert="horz"/>
          <a:lstStyle/>
          <a:p>
            <a:pPr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18" name="Rectangle 6"/>
          <p:cNvSpPr>
            <a:spLocks noGrp="1"/>
          </p:cNvSpPr>
          <p:nvPr>
            <p:ph type="pic" sz="quarter" idx="15"/>
          </p:nvPr>
        </p:nvSpPr>
        <p:spPr>
          <a:xfrm>
            <a:off x="3474604" y="2140695"/>
            <a:ext cx="2286000" cy="2286000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vert="horz"/>
          <a:lstStyle/>
          <a:p>
            <a:pPr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2" name="Rectangle 6"/>
          <p:cNvSpPr>
            <a:spLocks noGrp="1"/>
          </p:cNvSpPr>
          <p:nvPr>
            <p:ph type="pic" sz="quarter" idx="16"/>
          </p:nvPr>
        </p:nvSpPr>
        <p:spPr>
          <a:xfrm>
            <a:off x="6162870" y="2140695"/>
            <a:ext cx="2286000" cy="2286000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vert="horz"/>
          <a:lstStyle/>
          <a:p>
            <a:pPr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8" name="Rectangle 7"/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28.12.2020</a:t>
            </a:fld>
            <a:endParaRPr kumimoji="0" lang="ru-RU" dirty="0"/>
          </a:p>
        </p:txBody>
      </p:sp>
      <p:sp>
        <p:nvSpPr>
          <p:cNvPr id="9" name="Rectangle 8"/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dirty="0"/>
          </a:p>
        </p:txBody>
      </p:sp>
      <p:sp>
        <p:nvSpPr>
          <p:cNvPr id="10" name="Rectangle 9"/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kumimoji="0" lang="ru-RU" dirty="0"/>
          </a:p>
        </p:txBody>
      </p:sp>
    </p:spTree>
  </p:cSld>
  <p:clrMapOvr>
    <a:masterClrMapping/>
  </p:clrMapOvr>
  <p:transition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ColTx" preserve="1">
  <p:cSld name="2 сверху, книжная с подписям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8"/>
          <p:cNvSpPr>
            <a:spLocks noGrp="1" noChangeAspect="1"/>
          </p:cNvSpPr>
          <p:nvPr>
            <p:ph type="pic" sz="quarter" idx="10"/>
          </p:nvPr>
        </p:nvSpPr>
        <p:spPr>
          <a:xfrm>
            <a:off x="4722047" y="609600"/>
            <a:ext cx="3431353" cy="4575141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1588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11" name="Rectangle 8"/>
          <p:cNvSpPr>
            <a:spLocks noGrp="1" noChangeAspect="1"/>
          </p:cNvSpPr>
          <p:nvPr>
            <p:ph type="pic" sz="quarter" idx="11"/>
          </p:nvPr>
        </p:nvSpPr>
        <p:spPr>
          <a:xfrm>
            <a:off x="1066800" y="609600"/>
            <a:ext cx="3429000" cy="4572000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1588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3" name="Rectangle 7"/>
          <p:cNvSpPr>
            <a:spLocks noGrp="1"/>
          </p:cNvSpPr>
          <p:nvPr>
            <p:ph type="body" sz="quarter" idx="14" hasCustomPrompt="1"/>
          </p:nvPr>
        </p:nvSpPr>
        <p:spPr>
          <a:xfrm>
            <a:off x="1066800" y="5334000"/>
            <a:ext cx="3429000" cy="1066800"/>
          </a:xfrm>
        </p:spPr>
        <p:txBody>
          <a:bodyPr lIns="91440" rIns="9144" anchor="t" anchorCtr="0">
            <a:noAutofit/>
          </a:bodyPr>
          <a:lstStyle>
            <a:lvl1pPr marL="0" marR="0" indent="0" algn="l" rtl="0" eaLnBrk="1" latinLnBrk="0" hangingPunct="1">
              <a:spcBef>
                <a:spcPct val="20000"/>
              </a:spcBef>
              <a:buFontTx/>
              <a:buNone/>
              <a:defRPr kumimoji="0" lang="ru-RU" sz="18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19" name="Rectangle 7"/>
          <p:cNvSpPr>
            <a:spLocks noGrp="1"/>
          </p:cNvSpPr>
          <p:nvPr>
            <p:ph type="body" sz="quarter" idx="15" hasCustomPrompt="1"/>
          </p:nvPr>
        </p:nvSpPr>
        <p:spPr>
          <a:xfrm>
            <a:off x="4724400" y="5334000"/>
            <a:ext cx="3429000" cy="1066800"/>
          </a:xfrm>
        </p:spPr>
        <p:txBody>
          <a:bodyPr lIns="91440" rIns="9144" anchor="t" anchorCtr="0">
            <a:noAutofit/>
          </a:bodyPr>
          <a:lstStyle>
            <a:lvl1pPr marL="0" marR="0" indent="0" algn="l" rtl="0" eaLnBrk="1" latinLnBrk="0" hangingPunct="1">
              <a:spcBef>
                <a:spcPct val="20000"/>
              </a:spcBef>
              <a:buFontTx/>
              <a:buNone/>
              <a:defRPr kumimoji="0" lang="ru-RU" sz="18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6" name="Rectangle 5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28.12.2020</a:t>
            </a:fld>
            <a:endParaRPr kumimoji="0" lang="ru-RU" dirty="0"/>
          </a:p>
        </p:txBody>
      </p:sp>
      <p:sp>
        <p:nvSpPr>
          <p:cNvPr id="7" name="Rectangle 6"/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dirty="0"/>
          </a:p>
        </p:txBody>
      </p:sp>
      <p:sp>
        <p:nvSpPr>
          <p:cNvPr id="8" name="Rectangle 7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endParaRPr kumimoji="0" lang="ru-RU" dirty="0"/>
          </a:p>
        </p:txBody>
      </p:sp>
    </p:spTree>
  </p:cSld>
  <p:clrMapOvr>
    <a:masterClrMapping/>
  </p:clrMapOvr>
  <p:transition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 сверху, альбомная с подписям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7"/>
          <p:cNvSpPr>
            <a:spLocks noGrp="1" noChangeAspect="1"/>
          </p:cNvSpPr>
          <p:nvPr>
            <p:ph type="pic" sz="quarter" idx="13"/>
          </p:nvPr>
        </p:nvSpPr>
        <p:spPr>
          <a:xfrm>
            <a:off x="4648200" y="1676400"/>
            <a:ext cx="4038600" cy="302895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25" name="Rectangle 7"/>
          <p:cNvSpPr>
            <a:spLocks noGrp="1" noChangeAspect="1"/>
          </p:cNvSpPr>
          <p:nvPr>
            <p:ph type="pic" sz="quarter" idx="14"/>
          </p:nvPr>
        </p:nvSpPr>
        <p:spPr>
          <a:xfrm>
            <a:off x="457200" y="1676400"/>
            <a:ext cx="4038600" cy="302895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8" name="Rectangle 7"/>
          <p:cNvSpPr>
            <a:spLocks noGrp="1"/>
          </p:cNvSpPr>
          <p:nvPr>
            <p:ph type="body" sz="quarter" idx="16" hasCustomPrompt="1"/>
          </p:nvPr>
        </p:nvSpPr>
        <p:spPr>
          <a:xfrm>
            <a:off x="457200" y="4857750"/>
            <a:ext cx="4038600" cy="1238250"/>
          </a:xfrm>
        </p:spPr>
        <p:txBody>
          <a:bodyPr rIns="9144" anchor="t" anchorCtr="0">
            <a:noAutofit/>
          </a:bodyPr>
          <a:lstStyle>
            <a:lvl1pPr marL="0" marR="0" indent="0" algn="l" rtl="0" eaLnBrk="1" latinLnBrk="0" hangingPunct="1">
              <a:spcBef>
                <a:spcPct val="20000"/>
              </a:spcBef>
              <a:buFontTx/>
              <a:buNone/>
              <a:defRPr kumimoji="0" lang="ru-RU" sz="18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19" name="Rectangle 7"/>
          <p:cNvSpPr>
            <a:spLocks noGrp="1"/>
          </p:cNvSpPr>
          <p:nvPr>
            <p:ph type="body" sz="quarter" idx="17" hasCustomPrompt="1"/>
          </p:nvPr>
        </p:nvSpPr>
        <p:spPr>
          <a:xfrm>
            <a:off x="4648200" y="4857750"/>
            <a:ext cx="4038600" cy="1238250"/>
          </a:xfrm>
        </p:spPr>
        <p:txBody>
          <a:bodyPr rIns="9144" anchor="t" anchorCtr="0">
            <a:noAutofit/>
          </a:bodyPr>
          <a:lstStyle>
            <a:lvl1pPr marL="0" marR="0" indent="0" algn="l" rtl="0" eaLnBrk="1" latinLnBrk="0" hangingPunct="1">
              <a:spcBef>
                <a:spcPct val="20000"/>
              </a:spcBef>
              <a:buFontTx/>
              <a:buNone/>
              <a:defRPr kumimoji="0" lang="ru-RU" sz="18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6" name="Rectangle 5"/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28.12.2020</a:t>
            </a:fld>
            <a:endParaRPr kumimoji="0" lang="ru-RU" dirty="0"/>
          </a:p>
        </p:txBody>
      </p:sp>
      <p:sp>
        <p:nvSpPr>
          <p:cNvPr id="7" name="Rectangle 6"/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dirty="0"/>
          </a:p>
        </p:txBody>
      </p:sp>
      <p:sp>
        <p:nvSpPr>
          <p:cNvPr id="9" name="Rectangle 8"/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endParaRPr kumimoji="0" lang="ru-RU" dirty="0"/>
          </a:p>
        </p:txBody>
      </p:sp>
    </p:spTree>
  </p:cSld>
  <p:clrMapOvr>
    <a:masterClrMapping/>
  </p:clrMapOvr>
  <p:transition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 сверху, смешанная с подписям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7"/>
          <p:cNvSpPr>
            <a:spLocks noGrp="1" noChangeAspect="1"/>
          </p:cNvSpPr>
          <p:nvPr>
            <p:ph type="pic" sz="quarter" idx="11"/>
          </p:nvPr>
        </p:nvSpPr>
        <p:spPr>
          <a:xfrm>
            <a:off x="5141976" y="381000"/>
            <a:ext cx="3773424" cy="2830068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1588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22" name="Rectangle 7"/>
          <p:cNvSpPr>
            <a:spLocks noGrp="1" noChangeAspect="1"/>
          </p:cNvSpPr>
          <p:nvPr>
            <p:ph type="pic" sz="quarter" idx="12"/>
          </p:nvPr>
        </p:nvSpPr>
        <p:spPr>
          <a:xfrm>
            <a:off x="454152" y="381000"/>
            <a:ext cx="4462272" cy="5949696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1588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11" name="Rectangle 7"/>
          <p:cNvSpPr>
            <a:spLocks noGrp="1"/>
          </p:cNvSpPr>
          <p:nvPr>
            <p:ph type="body" sz="quarter" idx="13" hasCustomPrompt="1"/>
          </p:nvPr>
        </p:nvSpPr>
        <p:spPr>
          <a:xfrm>
            <a:off x="5141976" y="3352800"/>
            <a:ext cx="3773425" cy="2971800"/>
          </a:xfrm>
        </p:spPr>
        <p:txBody>
          <a:bodyPr anchor="t" anchorCtr="0">
            <a:noAutofit/>
          </a:bodyPr>
          <a:lstStyle>
            <a:lvl1pPr marL="0" marR="0" indent="0" algn="l" rtl="0" eaLnBrk="1" latinLnBrk="0" hangingPunct="1">
              <a:spcBef>
                <a:spcPct val="20000"/>
              </a:spcBef>
              <a:buFontTx/>
              <a:buNone/>
              <a:defRPr kumimoji="0" lang="ru-RU" sz="1800" i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5" name="Rectangle 4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28.12.2020</a:t>
            </a:fld>
            <a:endParaRPr kumimoji="0" lang="ru-RU" dirty="0"/>
          </a:p>
        </p:txBody>
      </p:sp>
      <p:sp>
        <p:nvSpPr>
          <p:cNvPr id="7" name="Rectangle 6"/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dirty="0"/>
          </a:p>
        </p:txBody>
      </p:sp>
      <p:sp>
        <p:nvSpPr>
          <p:cNvPr id="8" name="Rectangle 7"/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kumimoji="0" lang="ru-RU" dirty="0"/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сверху, книжная с подписям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8"/>
          <p:cNvSpPr>
            <a:spLocks noGrp="1" noChangeAspect="1"/>
          </p:cNvSpPr>
          <p:nvPr>
            <p:ph type="pic" sz="quarter" idx="10"/>
          </p:nvPr>
        </p:nvSpPr>
        <p:spPr>
          <a:xfrm>
            <a:off x="228600" y="1066800"/>
            <a:ext cx="2743200" cy="3657600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342900" indent="-34290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4" name="Rectangle 8"/>
          <p:cNvSpPr>
            <a:spLocks noGrp="1" noChangeAspect="1"/>
          </p:cNvSpPr>
          <p:nvPr>
            <p:ph type="pic" sz="quarter" idx="11"/>
          </p:nvPr>
        </p:nvSpPr>
        <p:spPr>
          <a:xfrm>
            <a:off x="3200400" y="1066800"/>
            <a:ext cx="2743200" cy="3657600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342900" indent="-34290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31" name="Rectangle 8"/>
          <p:cNvSpPr>
            <a:spLocks noGrp="1" noChangeAspect="1"/>
          </p:cNvSpPr>
          <p:nvPr>
            <p:ph type="pic" sz="quarter" idx="12"/>
          </p:nvPr>
        </p:nvSpPr>
        <p:spPr>
          <a:xfrm>
            <a:off x="6172200" y="1066800"/>
            <a:ext cx="2743200" cy="3657600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342900" indent="-34290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7" name="Rectangle 6"/>
          <p:cNvSpPr>
            <a:spLocks noGrp="1"/>
          </p:cNvSpPr>
          <p:nvPr>
            <p:ph type="body" sz="quarter" idx="13" hasCustomPrompt="1"/>
          </p:nvPr>
        </p:nvSpPr>
        <p:spPr>
          <a:xfrm>
            <a:off x="228600" y="4876800"/>
            <a:ext cx="2743200" cy="1447800"/>
          </a:xfrm>
        </p:spPr>
        <p:txBody>
          <a:bodyPr anchor="t" anchorCtr="0">
            <a:noAutofit/>
          </a:bodyPr>
          <a:lstStyle>
            <a:lvl1pPr marL="0" marR="0" indent="0" algn="l" rtl="0" eaLnBrk="1" latinLnBrk="0" hangingPunct="1">
              <a:spcBef>
                <a:spcPct val="20000"/>
              </a:spcBef>
              <a:buFontTx/>
              <a:buNone/>
              <a:defRPr kumimoji="0" lang="ru-RU" sz="18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6" name="Rectangle 6"/>
          <p:cNvSpPr>
            <a:spLocks noGrp="1"/>
          </p:cNvSpPr>
          <p:nvPr>
            <p:ph type="body" sz="quarter" idx="14" hasCustomPrompt="1"/>
          </p:nvPr>
        </p:nvSpPr>
        <p:spPr>
          <a:xfrm>
            <a:off x="3200400" y="4876800"/>
            <a:ext cx="2743200" cy="1447800"/>
          </a:xfrm>
        </p:spPr>
        <p:txBody>
          <a:bodyPr anchor="t" anchorCtr="0">
            <a:noAutofit/>
          </a:bodyPr>
          <a:lstStyle>
            <a:lvl1pPr marL="0" marR="0" indent="0" algn="l" rtl="0" eaLnBrk="1" latinLnBrk="0" hangingPunct="1">
              <a:spcBef>
                <a:spcPct val="20000"/>
              </a:spcBef>
              <a:buFontTx/>
              <a:buNone/>
              <a:defRPr kumimoji="0" lang="ru-RU" sz="18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14" name="Rectangle 6"/>
          <p:cNvSpPr>
            <a:spLocks noGrp="1"/>
          </p:cNvSpPr>
          <p:nvPr>
            <p:ph type="body" sz="quarter" idx="15" hasCustomPrompt="1"/>
          </p:nvPr>
        </p:nvSpPr>
        <p:spPr>
          <a:xfrm>
            <a:off x="6172200" y="4876800"/>
            <a:ext cx="2743200" cy="1447800"/>
          </a:xfrm>
        </p:spPr>
        <p:txBody>
          <a:bodyPr anchor="t" anchorCtr="0">
            <a:noAutofit/>
          </a:bodyPr>
          <a:lstStyle>
            <a:lvl1pPr marL="0" marR="0" indent="0" algn="l" rtl="0" eaLnBrk="1" latinLnBrk="0" hangingPunct="1">
              <a:spcBef>
                <a:spcPct val="20000"/>
              </a:spcBef>
              <a:buFontTx/>
              <a:buNone/>
              <a:defRPr kumimoji="0" lang="ru-RU" sz="18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8" name="Rectangle 7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28.12.2020</a:t>
            </a:fld>
            <a:endParaRPr kumimoji="0" lang="ru-RU" dirty="0"/>
          </a:p>
        </p:txBody>
      </p:sp>
      <p:sp>
        <p:nvSpPr>
          <p:cNvPr id="9" name="Rectangle 8"/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dirty="0"/>
          </a:p>
        </p:txBody>
      </p:sp>
      <p:sp>
        <p:nvSpPr>
          <p:cNvPr id="10" name="Rectangle 9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endParaRPr kumimoji="0" lang="ru-RU" dirty="0"/>
          </a:p>
        </p:txBody>
      </p:sp>
    </p:spTree>
  </p:cSld>
  <p:clrMapOvr>
    <a:masterClrMapping/>
  </p:clrMapOvr>
  <p:transition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сверху, альбомная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7"/>
          <p:cNvSpPr>
            <a:spLocks noGrp="1" noChangeAspect="1"/>
          </p:cNvSpPr>
          <p:nvPr>
            <p:ph type="pic" sz="quarter" idx="11"/>
          </p:nvPr>
        </p:nvSpPr>
        <p:spPr>
          <a:xfrm>
            <a:off x="4663440" y="3403823"/>
            <a:ext cx="4023360" cy="301752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vert="horz"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342900" indent="-34290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15" name="Rectangle 7"/>
          <p:cNvSpPr>
            <a:spLocks noGrp="1" noChangeAspect="1"/>
          </p:cNvSpPr>
          <p:nvPr>
            <p:ph type="pic" sz="quarter" idx="12"/>
          </p:nvPr>
        </p:nvSpPr>
        <p:spPr>
          <a:xfrm>
            <a:off x="457200" y="3403823"/>
            <a:ext cx="4023360" cy="301752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vert="horz"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342900" indent="-34290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26" name="Rectangle 7"/>
          <p:cNvSpPr>
            <a:spLocks noGrp="1" noChangeAspect="1"/>
          </p:cNvSpPr>
          <p:nvPr>
            <p:ph type="pic" sz="quarter" idx="13"/>
          </p:nvPr>
        </p:nvSpPr>
        <p:spPr>
          <a:xfrm>
            <a:off x="4663440" y="228600"/>
            <a:ext cx="4023360" cy="301752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342900" indent="-34290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27" name="Rectangle 11"/>
          <p:cNvSpPr>
            <a:spLocks noGrp="1"/>
          </p:cNvSpPr>
          <p:nvPr>
            <p:ph type="body" sz="quarter" idx="14" hasCustomPrompt="1"/>
          </p:nvPr>
        </p:nvSpPr>
        <p:spPr>
          <a:xfrm>
            <a:off x="457200" y="228600"/>
            <a:ext cx="4023360" cy="3017520"/>
          </a:xfrm>
        </p:spPr>
        <p:txBody>
          <a:bodyPr anchor="b" anchorCtr="0">
            <a:noAutofit/>
          </a:bodyPr>
          <a:lstStyle>
            <a:lvl1pPr marL="0" marR="0" indent="0" algn="l" rtl="0" eaLnBrk="1" latinLnBrk="0" hangingPunct="1">
              <a:spcBef>
                <a:spcPct val="20000"/>
              </a:spcBef>
              <a:buFontTx/>
              <a:buNone/>
              <a:defRPr kumimoji="0" lang="ru-RU" sz="1800" i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6" name="Rectangle 5"/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28.12.2020</a:t>
            </a:fld>
            <a:endParaRPr kumimoji="0" lang="ru-RU" dirty="0"/>
          </a:p>
        </p:txBody>
      </p:sp>
      <p:sp>
        <p:nvSpPr>
          <p:cNvPr id="7" name="Rectangle 6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dirty="0"/>
          </a:p>
        </p:txBody>
      </p:sp>
      <p:sp>
        <p:nvSpPr>
          <p:cNvPr id="8" name="Rectangle 7"/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kumimoji="0" lang="ru-RU" dirty="0"/>
          </a:p>
        </p:txBody>
      </p:sp>
    </p:spTree>
  </p:cSld>
  <p:clrMapOvr>
    <a:masterClrMapping/>
  </p:clrMapOvr>
  <p:transition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сверху, смешанна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spect="1"/>
          </p:cNvSpPr>
          <p:nvPr>
            <p:ph type="pic" sz="quarter" idx="11"/>
          </p:nvPr>
        </p:nvSpPr>
        <p:spPr>
          <a:xfrm>
            <a:off x="5067300" y="3436620"/>
            <a:ext cx="3649900" cy="2889504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1588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29" name="Rectangle 7"/>
          <p:cNvSpPr>
            <a:spLocks noGrp="1" noChangeAspect="1"/>
          </p:cNvSpPr>
          <p:nvPr>
            <p:ph type="pic" sz="quarter" idx="12"/>
          </p:nvPr>
        </p:nvSpPr>
        <p:spPr>
          <a:xfrm>
            <a:off x="426720" y="384048"/>
            <a:ext cx="4457700" cy="5943600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1588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10" name="Rectangle 7"/>
          <p:cNvSpPr>
            <a:spLocks noGrp="1" noChangeAspect="1"/>
          </p:cNvSpPr>
          <p:nvPr>
            <p:ph type="pic" sz="quarter" idx="13"/>
          </p:nvPr>
        </p:nvSpPr>
        <p:spPr>
          <a:xfrm>
            <a:off x="5067300" y="389332"/>
            <a:ext cx="3657600" cy="2887269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1588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5" name="Rectangle 4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28.12.2020</a:t>
            </a:fld>
            <a:endParaRPr kumimoji="0" lang="ru-RU" dirty="0"/>
          </a:p>
        </p:txBody>
      </p:sp>
      <p:sp>
        <p:nvSpPr>
          <p:cNvPr id="6" name="Rectangle 5"/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dirty="0"/>
          </a:p>
        </p:txBody>
      </p:sp>
      <p:sp>
        <p:nvSpPr>
          <p:cNvPr id="8" name="Rectangle 7"/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kumimoji="0" lang="ru-RU" dirty="0"/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4 сверху, книжная с подписям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Rectangle 7"/>
          <p:cNvSpPr>
            <a:spLocks noGrp="1"/>
          </p:cNvSpPr>
          <p:nvPr>
            <p:ph type="pic" sz="quarter" idx="14"/>
          </p:nvPr>
        </p:nvSpPr>
        <p:spPr>
          <a:xfrm>
            <a:off x="2229297" y="228600"/>
            <a:ext cx="2285214" cy="29718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3" name="Rectangle 7"/>
          <p:cNvSpPr>
            <a:spLocks noGrp="1"/>
          </p:cNvSpPr>
          <p:nvPr>
            <p:ph type="pic" sz="quarter" idx="26"/>
          </p:nvPr>
        </p:nvSpPr>
        <p:spPr>
          <a:xfrm>
            <a:off x="2229297" y="3365392"/>
            <a:ext cx="2285214" cy="29718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10" name="Rectangle 7"/>
          <p:cNvSpPr>
            <a:spLocks noGrp="1" noChangeAspect="1"/>
          </p:cNvSpPr>
          <p:nvPr>
            <p:ph type="pic" sz="quarter" idx="25"/>
          </p:nvPr>
        </p:nvSpPr>
        <p:spPr>
          <a:xfrm>
            <a:off x="4672217" y="228600"/>
            <a:ext cx="2286000" cy="29718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27" name="Rectangle 7"/>
          <p:cNvSpPr>
            <a:spLocks noGrp="1"/>
          </p:cNvSpPr>
          <p:nvPr>
            <p:ph type="pic" sz="quarter" idx="27"/>
          </p:nvPr>
        </p:nvSpPr>
        <p:spPr>
          <a:xfrm>
            <a:off x="4667697" y="3365392"/>
            <a:ext cx="2285214" cy="29718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6" name="Rectangle 7"/>
          <p:cNvSpPr>
            <a:spLocks noGrp="1"/>
          </p:cNvSpPr>
          <p:nvPr>
            <p:ph type="body" sz="quarter" idx="16" hasCustomPrompt="1"/>
          </p:nvPr>
        </p:nvSpPr>
        <p:spPr>
          <a:xfrm>
            <a:off x="400497" y="1295400"/>
            <a:ext cx="1676400" cy="1905000"/>
          </a:xfrm>
        </p:spPr>
        <p:txBody>
          <a:bodyPr anchor="b" anchorCtr="0">
            <a:noAutofit/>
          </a:bodyPr>
          <a:lstStyle>
            <a:lvl1pPr marL="0" marR="0" indent="0" algn="r" rtl="0" eaLnBrk="1" latinLnBrk="0" hangingPunct="1">
              <a:spcBef>
                <a:spcPct val="20000"/>
              </a:spcBef>
              <a:buFontTx/>
              <a:buNone/>
              <a:defRPr kumimoji="0" lang="ru-RU" sz="16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14" name="Rectangle 7"/>
          <p:cNvSpPr>
            <a:spLocks noGrp="1"/>
          </p:cNvSpPr>
          <p:nvPr>
            <p:ph type="body" sz="quarter" idx="29" hasCustomPrompt="1"/>
          </p:nvPr>
        </p:nvSpPr>
        <p:spPr>
          <a:xfrm>
            <a:off x="7086600" y="1295400"/>
            <a:ext cx="1676400" cy="1905000"/>
          </a:xfrm>
        </p:spPr>
        <p:txBody>
          <a:bodyPr anchor="b" anchorCtr="0"/>
          <a:lstStyle>
            <a:lvl1pPr marL="0" marR="0" indent="0" algn="l" eaLnBrk="1" latinLnBrk="0" hangingPunct="1">
              <a:buFontTx/>
              <a:buNone/>
              <a:defRPr kumimoji="0" lang="ru-RU" sz="1600" baseline="0"/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4" name="Rectangle 7"/>
          <p:cNvSpPr>
            <a:spLocks noGrp="1"/>
          </p:cNvSpPr>
          <p:nvPr>
            <p:ph type="body" sz="quarter" idx="28" hasCustomPrompt="1"/>
          </p:nvPr>
        </p:nvSpPr>
        <p:spPr>
          <a:xfrm>
            <a:off x="400497" y="3352800"/>
            <a:ext cx="1676400" cy="1905000"/>
          </a:xfrm>
        </p:spPr>
        <p:txBody>
          <a:bodyPr anchor="t" anchorCtr="0"/>
          <a:lstStyle>
            <a:lvl1pPr marL="0" marR="0" indent="0" algn="r" eaLnBrk="1" latinLnBrk="0" hangingPunct="1">
              <a:buFontTx/>
              <a:buNone/>
              <a:defRPr kumimoji="0" lang="ru-RU" sz="1600" baseline="0"/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13" name="Rectangle 7"/>
          <p:cNvSpPr>
            <a:spLocks noGrp="1"/>
          </p:cNvSpPr>
          <p:nvPr>
            <p:ph type="body" sz="quarter" idx="30" hasCustomPrompt="1"/>
          </p:nvPr>
        </p:nvSpPr>
        <p:spPr>
          <a:xfrm>
            <a:off x="7086600" y="3352800"/>
            <a:ext cx="1676400" cy="1905000"/>
          </a:xfrm>
        </p:spPr>
        <p:txBody>
          <a:bodyPr anchor="t" anchorCtr="0"/>
          <a:lstStyle>
            <a:lvl1pPr marL="0" marR="0" indent="0" algn="l" eaLnBrk="1" latinLnBrk="0" hangingPunct="1">
              <a:buFontTx/>
              <a:buNone/>
              <a:defRPr kumimoji="0" lang="ru-RU" sz="1600" baseline="0"/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11" name="Rectangle 10"/>
          <p:cNvSpPr>
            <a:spLocks noGrp="1"/>
          </p:cNvSpPr>
          <p:nvPr>
            <p:ph type="dt" sz="half" idx="31"/>
          </p:nvPr>
        </p:nvSpPr>
        <p:spPr/>
        <p:txBody>
          <a:bodyPr/>
          <a:lstStyle/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28.12.2020</a:t>
            </a:fld>
            <a:endParaRPr kumimoji="0" lang="ru-RU" dirty="0"/>
          </a:p>
        </p:txBody>
      </p:sp>
      <p:sp>
        <p:nvSpPr>
          <p:cNvPr id="12" name="Rectangle 11"/>
          <p:cNvSpPr>
            <a:spLocks noGrp="1"/>
          </p:cNvSpPr>
          <p:nvPr>
            <p:ph type="sldNum" sz="quarter" idx="32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dirty="0"/>
          </a:p>
        </p:txBody>
      </p:sp>
      <p:sp>
        <p:nvSpPr>
          <p:cNvPr id="15" name="Rectangle 14"/>
          <p:cNvSpPr>
            <a:spLocks noGrp="1"/>
          </p:cNvSpPr>
          <p:nvPr>
            <p:ph type="ftr" sz="quarter" idx="33"/>
          </p:nvPr>
        </p:nvSpPr>
        <p:spPr/>
        <p:txBody>
          <a:bodyPr/>
          <a:lstStyle/>
          <a:p>
            <a:endParaRPr kumimoji="0" lang="ru-RU" dirty="0"/>
          </a:p>
        </p:txBody>
      </p:sp>
    </p:spTree>
  </p:cSld>
  <p:clrMapOvr>
    <a:masterClrMapping/>
  </p:clrMapOvr>
  <p:transition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4 сверху, альбомная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7"/>
          <p:cNvSpPr>
            <a:spLocks noGrp="1"/>
          </p:cNvSpPr>
          <p:nvPr>
            <p:ph type="pic" sz="quarter" idx="14"/>
          </p:nvPr>
        </p:nvSpPr>
        <p:spPr>
          <a:xfrm>
            <a:off x="926821" y="533400"/>
            <a:ext cx="3653297" cy="27432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8" name="Rectangle 7"/>
          <p:cNvSpPr>
            <a:spLocks noGrp="1"/>
          </p:cNvSpPr>
          <p:nvPr>
            <p:ph type="body" sz="quarter" idx="16" hasCustomPrompt="1"/>
          </p:nvPr>
        </p:nvSpPr>
        <p:spPr>
          <a:xfrm>
            <a:off x="926821" y="6172200"/>
            <a:ext cx="3657600" cy="304800"/>
          </a:xfrm>
        </p:spPr>
        <p:txBody>
          <a:bodyPr lIns="9144" anchor="t" anchorCtr="0"/>
          <a:lstStyle>
            <a:lvl1pPr marL="0" marR="0" indent="0" algn="l" eaLnBrk="1" latinLnBrk="0" hangingPunct="1">
              <a:buFontTx/>
              <a:buNone/>
              <a:defRPr kumimoji="0" lang="ru-RU" sz="1600" baseline="0"/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9" name="Rectangle 7"/>
          <p:cNvSpPr>
            <a:spLocks noGrp="1"/>
          </p:cNvSpPr>
          <p:nvPr>
            <p:ph type="pic" sz="quarter" idx="17"/>
          </p:nvPr>
        </p:nvSpPr>
        <p:spPr>
          <a:xfrm>
            <a:off x="4660621" y="533400"/>
            <a:ext cx="3657600" cy="27432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6" name="Rectangle 7"/>
          <p:cNvSpPr>
            <a:spLocks noGrp="1"/>
          </p:cNvSpPr>
          <p:nvPr>
            <p:ph type="pic" sz="quarter" idx="18"/>
          </p:nvPr>
        </p:nvSpPr>
        <p:spPr>
          <a:xfrm>
            <a:off x="926821" y="3352800"/>
            <a:ext cx="3657600" cy="27432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14" name="Rectangle 7"/>
          <p:cNvSpPr>
            <a:spLocks noGrp="1"/>
          </p:cNvSpPr>
          <p:nvPr>
            <p:ph type="pic" sz="quarter" idx="19"/>
          </p:nvPr>
        </p:nvSpPr>
        <p:spPr>
          <a:xfrm>
            <a:off x="4660621" y="3352800"/>
            <a:ext cx="3657600" cy="27432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4" name="Rectangle 7"/>
          <p:cNvSpPr>
            <a:spLocks noGrp="1"/>
          </p:cNvSpPr>
          <p:nvPr>
            <p:ph type="body" sz="quarter" idx="22" hasCustomPrompt="1"/>
          </p:nvPr>
        </p:nvSpPr>
        <p:spPr>
          <a:xfrm>
            <a:off x="926821" y="152400"/>
            <a:ext cx="3657600" cy="304800"/>
          </a:xfrm>
        </p:spPr>
        <p:txBody>
          <a:bodyPr lIns="9144" anchor="t" anchorCtr="0"/>
          <a:lstStyle>
            <a:lvl1pPr marL="0" marR="0" indent="0" algn="l" eaLnBrk="1" latinLnBrk="0" hangingPunct="1">
              <a:buFontTx/>
              <a:buNone/>
              <a:defRPr kumimoji="0" lang="ru-RU" sz="1600" baseline="0"/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18" name="Rectangle 7"/>
          <p:cNvSpPr>
            <a:spLocks noGrp="1"/>
          </p:cNvSpPr>
          <p:nvPr>
            <p:ph type="body" sz="quarter" idx="23" hasCustomPrompt="1"/>
          </p:nvPr>
        </p:nvSpPr>
        <p:spPr>
          <a:xfrm>
            <a:off x="4660621" y="6172200"/>
            <a:ext cx="3657600" cy="304800"/>
          </a:xfrm>
        </p:spPr>
        <p:txBody>
          <a:bodyPr lIns="9144" anchor="t" anchorCtr="0"/>
          <a:lstStyle>
            <a:lvl1pPr marL="0" marR="0" indent="0" algn="l" eaLnBrk="1" latinLnBrk="0" hangingPunct="1">
              <a:buFontTx/>
              <a:buNone/>
              <a:defRPr kumimoji="0" lang="ru-RU" sz="1600" baseline="0"/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16" name="Rectangle 7"/>
          <p:cNvSpPr>
            <a:spLocks noGrp="1"/>
          </p:cNvSpPr>
          <p:nvPr>
            <p:ph type="body" sz="quarter" idx="24" hasCustomPrompt="1"/>
          </p:nvPr>
        </p:nvSpPr>
        <p:spPr>
          <a:xfrm>
            <a:off x="4660621" y="152400"/>
            <a:ext cx="3657600" cy="304800"/>
          </a:xfrm>
        </p:spPr>
        <p:txBody>
          <a:bodyPr lIns="9144" anchor="t" anchorCtr="0"/>
          <a:lstStyle>
            <a:lvl1pPr marL="0" marR="0" indent="0" algn="l" eaLnBrk="1" latinLnBrk="0" hangingPunct="1">
              <a:buFontTx/>
              <a:buNone/>
              <a:defRPr kumimoji="0" lang="ru-RU" sz="1600" baseline="0"/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10" name="Rectangle 9"/>
          <p:cNvSpPr>
            <a:spLocks noGrp="1"/>
          </p:cNvSpPr>
          <p:nvPr>
            <p:ph type="dt" sz="half" idx="25"/>
          </p:nvPr>
        </p:nvSpPr>
        <p:spPr/>
        <p:txBody>
          <a:bodyPr/>
          <a:lstStyle/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28.12.2020</a:t>
            </a:fld>
            <a:endParaRPr kumimoji="0" lang="ru-RU" dirty="0"/>
          </a:p>
        </p:txBody>
      </p:sp>
      <p:sp>
        <p:nvSpPr>
          <p:cNvPr id="11" name="Rectangle 10"/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dirty="0"/>
          </a:p>
        </p:txBody>
      </p:sp>
      <p:sp>
        <p:nvSpPr>
          <p:cNvPr id="12" name="Rectangle 11"/>
          <p:cNvSpPr>
            <a:spLocks noGrp="1"/>
          </p:cNvSpPr>
          <p:nvPr>
            <p:ph type="ftr" sz="quarter" idx="27"/>
          </p:nvPr>
        </p:nvSpPr>
        <p:spPr/>
        <p:txBody>
          <a:bodyPr/>
          <a:lstStyle/>
          <a:p>
            <a:endParaRPr kumimoji="0" lang="ru-RU" dirty="0"/>
          </a:p>
        </p:txBody>
      </p:sp>
    </p:spTree>
  </p:cSld>
  <p:clrMapOvr>
    <a:masterClrMapping/>
  </p:clrMapOvr>
  <p:transition>
    <p:fade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4 сверху, книжная с большой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7"/>
          <p:cNvSpPr>
            <a:spLocks noGrp="1"/>
          </p:cNvSpPr>
          <p:nvPr>
            <p:ph type="pic" sz="quarter" idx="14"/>
          </p:nvPr>
        </p:nvSpPr>
        <p:spPr>
          <a:xfrm>
            <a:off x="152400" y="1524000"/>
            <a:ext cx="2106985" cy="2809311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30" name="Rectangle 7"/>
          <p:cNvSpPr>
            <a:spLocks noGrp="1"/>
          </p:cNvSpPr>
          <p:nvPr>
            <p:ph type="pic" sz="quarter" idx="31"/>
          </p:nvPr>
        </p:nvSpPr>
        <p:spPr>
          <a:xfrm>
            <a:off x="4546600" y="1524000"/>
            <a:ext cx="2106985" cy="2809311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7" name="Rectangle 7"/>
          <p:cNvSpPr>
            <a:spLocks noGrp="1"/>
          </p:cNvSpPr>
          <p:nvPr>
            <p:ph type="pic" sz="quarter" idx="30"/>
          </p:nvPr>
        </p:nvSpPr>
        <p:spPr>
          <a:xfrm>
            <a:off x="2349060" y="1524000"/>
            <a:ext cx="2106985" cy="2809311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29" name="Rectangle 7"/>
          <p:cNvSpPr>
            <a:spLocks noGrp="1"/>
          </p:cNvSpPr>
          <p:nvPr>
            <p:ph type="pic" sz="quarter" idx="32"/>
          </p:nvPr>
        </p:nvSpPr>
        <p:spPr>
          <a:xfrm>
            <a:off x="6740166" y="1524000"/>
            <a:ext cx="2106985" cy="2809311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24" name="Rectangle 7"/>
          <p:cNvSpPr>
            <a:spLocks noGrp="1"/>
          </p:cNvSpPr>
          <p:nvPr>
            <p:ph type="body" sz="quarter" idx="29" hasCustomPrompt="1"/>
          </p:nvPr>
        </p:nvSpPr>
        <p:spPr>
          <a:xfrm>
            <a:off x="152400" y="4495800"/>
            <a:ext cx="8763000" cy="1905000"/>
          </a:xfrm>
        </p:spPr>
        <p:txBody>
          <a:bodyPr anchor="t" anchorCtr="0"/>
          <a:lstStyle>
            <a:lvl1pPr marL="0" marR="0" indent="0" algn="l" eaLnBrk="1" latinLnBrk="0" hangingPunct="1">
              <a:buFontTx/>
              <a:buNone/>
              <a:defRPr kumimoji="0" lang="ru-RU" sz="2400" baseline="0"/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8" name="Rectangle 7"/>
          <p:cNvSpPr>
            <a:spLocks noGrp="1"/>
          </p:cNvSpPr>
          <p:nvPr>
            <p:ph type="dt" sz="half" idx="33"/>
          </p:nvPr>
        </p:nvSpPr>
        <p:spPr/>
        <p:txBody>
          <a:bodyPr/>
          <a:lstStyle/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28.12.2020</a:t>
            </a:fld>
            <a:endParaRPr kumimoji="0" lang="ru-RU" dirty="0"/>
          </a:p>
        </p:txBody>
      </p:sp>
      <p:sp>
        <p:nvSpPr>
          <p:cNvPr id="9" name="Rectangle 8"/>
          <p:cNvSpPr>
            <a:spLocks noGrp="1"/>
          </p:cNvSpPr>
          <p:nvPr>
            <p:ph type="sldNum" sz="quarter" idx="34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dirty="0"/>
          </a:p>
        </p:txBody>
      </p:sp>
      <p:sp>
        <p:nvSpPr>
          <p:cNvPr id="10" name="Rectangle 9"/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endParaRPr kumimoji="0" lang="ru-RU" dirty="0"/>
          </a:p>
        </p:txBody>
      </p:sp>
    </p:spTree>
  </p:cSld>
  <p:clrMapOvr>
    <a:masterClrMapping/>
  </p:clrMapOvr>
  <p:transition>
    <p:fade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4 сверху: 1 книжная и 3 альбомных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7"/>
          <p:cNvSpPr>
            <a:spLocks noGrp="1"/>
          </p:cNvSpPr>
          <p:nvPr>
            <p:ph type="pic" sz="quarter" idx="14"/>
          </p:nvPr>
        </p:nvSpPr>
        <p:spPr>
          <a:xfrm>
            <a:off x="685800" y="257665"/>
            <a:ext cx="4617720" cy="61722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4" name="Rectangle 7"/>
          <p:cNvSpPr>
            <a:spLocks noGrp="1" noChangeAspect="1"/>
          </p:cNvSpPr>
          <p:nvPr>
            <p:ph type="pic" sz="quarter" idx="18"/>
          </p:nvPr>
        </p:nvSpPr>
        <p:spPr>
          <a:xfrm>
            <a:off x="5788848" y="257665"/>
            <a:ext cx="2438402" cy="18288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6" name="Rectangle 7"/>
          <p:cNvSpPr>
            <a:spLocks noGrp="1" noChangeAspect="1"/>
          </p:cNvSpPr>
          <p:nvPr>
            <p:ph type="pic" sz="quarter" idx="22"/>
          </p:nvPr>
        </p:nvSpPr>
        <p:spPr>
          <a:xfrm>
            <a:off x="5788848" y="2432657"/>
            <a:ext cx="2438402" cy="18288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14" name="Rectangle 7"/>
          <p:cNvSpPr>
            <a:spLocks noGrp="1" noChangeAspect="1"/>
          </p:cNvSpPr>
          <p:nvPr>
            <p:ph type="pic" sz="quarter" idx="23"/>
          </p:nvPr>
        </p:nvSpPr>
        <p:spPr>
          <a:xfrm>
            <a:off x="5788848" y="4607649"/>
            <a:ext cx="2438402" cy="18288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7" name="Rectangle 6"/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28.12.2020</a:t>
            </a:fld>
            <a:endParaRPr kumimoji="0" lang="ru-RU" dirty="0"/>
          </a:p>
        </p:txBody>
      </p:sp>
      <p:sp>
        <p:nvSpPr>
          <p:cNvPr id="8" name="Rectangle 7"/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dirty="0"/>
          </a:p>
        </p:txBody>
      </p:sp>
      <p:sp>
        <p:nvSpPr>
          <p:cNvPr id="9" name="Rectangle 8"/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endParaRPr kumimoji="0" lang="ru-RU" dirty="0"/>
          </a:p>
        </p:txBody>
      </p:sp>
    </p:spTree>
  </p:cSld>
  <p:clrMapOvr>
    <a:masterClrMapping/>
  </p:clrMapOvr>
  <p:transition>
    <p:fade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5 сверху: 3 альбомных и 2 книжных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7"/>
          <p:cNvSpPr>
            <a:spLocks noGrp="1"/>
          </p:cNvSpPr>
          <p:nvPr>
            <p:ph type="pic" sz="quarter" idx="14"/>
          </p:nvPr>
        </p:nvSpPr>
        <p:spPr>
          <a:xfrm>
            <a:off x="609600" y="3429000"/>
            <a:ext cx="2070154" cy="29718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27" name="Rectangle 7"/>
          <p:cNvSpPr>
            <a:spLocks noGrp="1"/>
          </p:cNvSpPr>
          <p:nvPr>
            <p:ph type="pic" sz="quarter" idx="17"/>
          </p:nvPr>
        </p:nvSpPr>
        <p:spPr>
          <a:xfrm>
            <a:off x="3033848" y="228600"/>
            <a:ext cx="5562600" cy="417195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31" name="Rectangle 7"/>
          <p:cNvSpPr>
            <a:spLocks noGrp="1"/>
          </p:cNvSpPr>
          <p:nvPr>
            <p:ph type="pic" sz="quarter" idx="26"/>
          </p:nvPr>
        </p:nvSpPr>
        <p:spPr>
          <a:xfrm>
            <a:off x="609600" y="228600"/>
            <a:ext cx="2070154" cy="29718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26" name="Rectangle 7"/>
          <p:cNvSpPr>
            <a:spLocks noGrp="1" noChangeAspect="1"/>
          </p:cNvSpPr>
          <p:nvPr>
            <p:ph type="pic" sz="quarter" idx="27"/>
          </p:nvPr>
        </p:nvSpPr>
        <p:spPr>
          <a:xfrm>
            <a:off x="5943600" y="4495800"/>
            <a:ext cx="2666999" cy="187452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23" name="Rectangle 7"/>
          <p:cNvSpPr>
            <a:spLocks noGrp="1" noChangeAspect="1"/>
          </p:cNvSpPr>
          <p:nvPr>
            <p:ph type="pic" sz="quarter" idx="28"/>
          </p:nvPr>
        </p:nvSpPr>
        <p:spPr>
          <a:xfrm>
            <a:off x="3033848" y="4495800"/>
            <a:ext cx="2757352" cy="187452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7" name="Rectangle 6"/>
          <p:cNvSpPr>
            <a:spLocks noGrp="1"/>
          </p:cNvSpPr>
          <p:nvPr>
            <p:ph type="dt" sz="half" idx="29"/>
          </p:nvPr>
        </p:nvSpPr>
        <p:spPr/>
        <p:txBody>
          <a:bodyPr/>
          <a:lstStyle/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28.12.2020</a:t>
            </a:fld>
            <a:endParaRPr kumimoji="0" lang="ru-RU" dirty="0"/>
          </a:p>
        </p:txBody>
      </p:sp>
      <p:sp>
        <p:nvSpPr>
          <p:cNvPr id="8" name="Rectangle 7"/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dirty="0"/>
          </a:p>
        </p:txBody>
      </p:sp>
      <p:sp>
        <p:nvSpPr>
          <p:cNvPr id="10" name="Rectangle 9"/>
          <p:cNvSpPr>
            <a:spLocks noGrp="1"/>
          </p:cNvSpPr>
          <p:nvPr>
            <p:ph type="ftr" sz="quarter" idx="31"/>
          </p:nvPr>
        </p:nvSpPr>
        <p:spPr/>
        <p:txBody>
          <a:bodyPr/>
          <a:lstStyle/>
          <a:p>
            <a:endParaRPr kumimoji="0" lang="ru-RU" dirty="0"/>
          </a:p>
        </p:txBody>
      </p:sp>
    </p:spTree>
  </p:cSld>
  <p:clrMapOvr>
    <a:masterClrMapping/>
  </p:clrMapOvr>
  <p:transition>
    <p:fade/>
  </p:transition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5 сверху: 3 книжных и 2 альбомных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7"/>
          <p:cNvSpPr>
            <a:spLocks noGrp="1"/>
          </p:cNvSpPr>
          <p:nvPr>
            <p:ph type="pic" sz="quarter" idx="26"/>
          </p:nvPr>
        </p:nvSpPr>
        <p:spPr>
          <a:xfrm>
            <a:off x="512134" y="3124200"/>
            <a:ext cx="2606040" cy="32766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23" name="Rectangle 7"/>
          <p:cNvSpPr>
            <a:spLocks noGrp="1"/>
          </p:cNvSpPr>
          <p:nvPr>
            <p:ph type="pic" sz="quarter" idx="29"/>
          </p:nvPr>
        </p:nvSpPr>
        <p:spPr>
          <a:xfrm>
            <a:off x="512134" y="228600"/>
            <a:ext cx="3962400" cy="27432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30" name="Rectangle 7"/>
          <p:cNvSpPr>
            <a:spLocks noGrp="1"/>
          </p:cNvSpPr>
          <p:nvPr>
            <p:ph type="pic" sz="quarter" idx="30"/>
          </p:nvPr>
        </p:nvSpPr>
        <p:spPr>
          <a:xfrm>
            <a:off x="4718374" y="228600"/>
            <a:ext cx="3962400" cy="27432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22" name="Rectangle 7"/>
          <p:cNvSpPr>
            <a:spLocks noGrp="1"/>
          </p:cNvSpPr>
          <p:nvPr>
            <p:ph type="pic" sz="quarter" idx="27"/>
          </p:nvPr>
        </p:nvSpPr>
        <p:spPr>
          <a:xfrm>
            <a:off x="3293434" y="3124200"/>
            <a:ext cx="2606040" cy="32766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31" name="Rectangle 7"/>
          <p:cNvSpPr>
            <a:spLocks noGrp="1"/>
          </p:cNvSpPr>
          <p:nvPr>
            <p:ph type="pic" sz="quarter" idx="28"/>
          </p:nvPr>
        </p:nvSpPr>
        <p:spPr>
          <a:xfrm>
            <a:off x="6074734" y="3124200"/>
            <a:ext cx="2606040" cy="32766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7" name="Rectangle 6"/>
          <p:cNvSpPr>
            <a:spLocks noGrp="1"/>
          </p:cNvSpPr>
          <p:nvPr>
            <p:ph type="dt" sz="half" idx="31"/>
          </p:nvPr>
        </p:nvSpPr>
        <p:spPr/>
        <p:txBody>
          <a:bodyPr/>
          <a:lstStyle/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28.12.2020</a:t>
            </a:fld>
            <a:endParaRPr kumimoji="0" lang="ru-RU" dirty="0"/>
          </a:p>
        </p:txBody>
      </p:sp>
      <p:sp>
        <p:nvSpPr>
          <p:cNvPr id="8" name="Rectangle 7"/>
          <p:cNvSpPr>
            <a:spLocks noGrp="1"/>
          </p:cNvSpPr>
          <p:nvPr>
            <p:ph type="sldNum" sz="quarter" idx="32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dirty="0"/>
          </a:p>
        </p:txBody>
      </p:sp>
      <p:sp>
        <p:nvSpPr>
          <p:cNvPr id="9" name="Rectangle 8"/>
          <p:cNvSpPr>
            <a:spLocks noGrp="1"/>
          </p:cNvSpPr>
          <p:nvPr>
            <p:ph type="ftr" sz="quarter" idx="33"/>
          </p:nvPr>
        </p:nvSpPr>
        <p:spPr/>
        <p:txBody>
          <a:bodyPr/>
          <a:lstStyle/>
          <a:p>
            <a:endParaRPr kumimoji="0" lang="ru-RU" dirty="0"/>
          </a:p>
        </p:txBody>
      </p:sp>
    </p:spTree>
  </p:cSld>
  <p:clrMapOvr>
    <a:masterClrMapping/>
  </p:clrMapOvr>
  <p:transition>
    <p:fade/>
  </p:transition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Квадратная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W¥ل云玗İαЂôÁûÂÚ丫:Pïçtúrê Plå¢éhõlðér 表¥鷗字㌍ 表_W 3"/>
          <p:cNvSpPr>
            <a:spLocks noGrp="1" noChangeAspect="1"/>
          </p:cNvSpPr>
          <p:nvPr>
            <p:ph type="pic" sz="quarter" idx="10"/>
          </p:nvPr>
        </p:nvSpPr>
        <p:spPr>
          <a:xfrm>
            <a:off x="3050273" y="1600200"/>
            <a:ext cx="3198127" cy="3200400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1588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7" name="W¥ل云玗İαЂÕØÚáÛ丫:Téxt Plàçèhòlðêr 表¥鷗字㌍_W 6"/>
          <p:cNvSpPr>
            <a:spLocks noGrp="1"/>
          </p:cNvSpPr>
          <p:nvPr>
            <p:ph type="body" sz="quarter" idx="15" hasCustomPrompt="1"/>
          </p:nvPr>
        </p:nvSpPr>
        <p:spPr>
          <a:xfrm>
            <a:off x="3048000" y="4876800"/>
            <a:ext cx="3200400" cy="1295400"/>
          </a:xfrm>
        </p:spPr>
        <p:txBody>
          <a:bodyPr tIns="91440" rIns="9144" bIns="91440" anchor="t"/>
          <a:lstStyle>
            <a:lvl1pPr marL="0" marR="0" indent="0" algn="l" eaLnBrk="1" latinLnBrk="0" hangingPunct="1">
              <a:buFontTx/>
              <a:buNone/>
              <a:defRPr kumimoji="0" lang="ru-RU" sz="1800" i="0"/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5" name="Rectangle 4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28.12.2020</a:t>
            </a:fld>
            <a:endParaRPr kumimoji="0" lang="ru-RU" dirty="0"/>
          </a:p>
        </p:txBody>
      </p:sp>
      <p:sp>
        <p:nvSpPr>
          <p:cNvPr id="6" name="Rectangle 5"/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dirty="0"/>
          </a:p>
        </p:txBody>
      </p:sp>
      <p:sp>
        <p:nvSpPr>
          <p:cNvPr id="8" name="Rectangle 7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endParaRPr kumimoji="0" lang="ru-RU" dirty="0"/>
          </a:p>
        </p:txBody>
      </p:sp>
    </p:spTree>
  </p:cSld>
  <p:clrMapOvr>
    <a:masterClrMapping/>
  </p:clrMapOvr>
  <p:transition>
    <p:fade/>
  </p:transition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 сверху, квадратная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W¥ل云玗İαЂôÁûÂÚ丫:Pïçtúrê Plå¢éhõlðér 表¥鷗字㌍ 表_W 3"/>
          <p:cNvSpPr>
            <a:spLocks noGrp="1" noChangeAspect="1"/>
          </p:cNvSpPr>
          <p:nvPr>
            <p:ph type="pic" sz="quarter" idx="10"/>
          </p:nvPr>
        </p:nvSpPr>
        <p:spPr>
          <a:xfrm>
            <a:off x="4955273" y="1371600"/>
            <a:ext cx="3198127" cy="3200400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1588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6" name="W¥ل云玗İαЂôÁûÂÚ丫:Pïçtúrê Plå¢éhõlðér 表¥鷗字㌍ 表_W 5"/>
          <p:cNvSpPr>
            <a:spLocks noGrp="1" noChangeAspect="1"/>
          </p:cNvSpPr>
          <p:nvPr>
            <p:ph type="pic" sz="quarter" idx="14"/>
          </p:nvPr>
        </p:nvSpPr>
        <p:spPr>
          <a:xfrm>
            <a:off x="1143000" y="1371600"/>
            <a:ext cx="3198127" cy="3200400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1588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7" name="W¥ل云玗İαЂÕØÚáÛ丫:Téxt Plàçèhòlðêr 表¥鷗字㌍_W 6"/>
          <p:cNvSpPr>
            <a:spLocks noGrp="1"/>
          </p:cNvSpPr>
          <p:nvPr>
            <p:ph type="body" sz="quarter" idx="15" hasCustomPrompt="1"/>
          </p:nvPr>
        </p:nvSpPr>
        <p:spPr>
          <a:xfrm>
            <a:off x="4953000" y="4648200"/>
            <a:ext cx="3200400" cy="1295400"/>
          </a:xfrm>
        </p:spPr>
        <p:txBody>
          <a:bodyPr tIns="91440" rIns="9144" bIns="91440" anchor="t"/>
          <a:lstStyle>
            <a:lvl1pPr marL="0" marR="0" indent="0" algn="l" eaLnBrk="1" latinLnBrk="0" hangingPunct="1">
              <a:buFontTx/>
              <a:buNone/>
              <a:defRPr kumimoji="0" lang="ru-RU" sz="1800" i="0"/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8" name="W¥ل云玗İαЂÕØÚáÛ丫:Téxt Plàçèhòlðêr 表¥鷗字㌍_W 7"/>
          <p:cNvSpPr>
            <a:spLocks noGrp="1"/>
          </p:cNvSpPr>
          <p:nvPr>
            <p:ph type="body" sz="quarter" idx="16" hasCustomPrompt="1"/>
          </p:nvPr>
        </p:nvSpPr>
        <p:spPr>
          <a:xfrm>
            <a:off x="1143000" y="4648200"/>
            <a:ext cx="3200400" cy="1295400"/>
          </a:xfrm>
        </p:spPr>
        <p:txBody>
          <a:bodyPr tIns="91440" rIns="9144" bIns="91440" anchor="t"/>
          <a:lstStyle>
            <a:lvl1pPr marL="0" marR="0" indent="0" algn="l" eaLnBrk="1" latinLnBrk="0" hangingPunct="1">
              <a:buFontTx/>
              <a:buNone/>
              <a:defRPr kumimoji="0" lang="ru-RU" sz="1800" i="0"/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9" name="Rectangle 8"/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28.12.2020</a:t>
            </a:fld>
            <a:endParaRPr kumimoji="0" lang="ru-RU" dirty="0"/>
          </a:p>
        </p:txBody>
      </p:sp>
      <p:sp>
        <p:nvSpPr>
          <p:cNvPr id="10" name="Rectangle 9"/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dirty="0"/>
          </a:p>
        </p:txBody>
      </p:sp>
      <p:sp>
        <p:nvSpPr>
          <p:cNvPr id="11" name="Rectangle 10"/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kumimoji="0" lang="ru-RU" dirty="0"/>
          </a:p>
        </p:txBody>
      </p:sp>
    </p:spTree>
  </p:cSld>
  <p:clrMapOvr>
    <a:masterClrMapping/>
  </p:clrMapOvr>
  <p:transition>
    <p:fade/>
  </p:transition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Панорам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W¥ل云玗İαЂôÁûÂÚ丫:Pïçtúrê Plå¢éhõlðér 表¥鷗字㌍ 表_W 2"/>
          <p:cNvSpPr>
            <a:spLocks noGrp="1"/>
          </p:cNvSpPr>
          <p:nvPr>
            <p:ph type="pic" sz="quarter" idx="30"/>
          </p:nvPr>
        </p:nvSpPr>
        <p:spPr>
          <a:xfrm>
            <a:off x="457200" y="2057400"/>
            <a:ext cx="8229600" cy="27432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4" name="W¥ل云玗İαЂÕØÚáÛ丫:Téxt Plàçèhòlðêr 表¥鷗字㌍_W 3"/>
          <p:cNvSpPr>
            <a:spLocks noGrp="1"/>
          </p:cNvSpPr>
          <p:nvPr>
            <p:ph type="body" sz="quarter" idx="12" hasCustomPrompt="1"/>
          </p:nvPr>
        </p:nvSpPr>
        <p:spPr>
          <a:xfrm>
            <a:off x="457200" y="4876800"/>
            <a:ext cx="8229600" cy="1447800"/>
          </a:xfrm>
        </p:spPr>
        <p:txBody>
          <a:bodyPr tIns="91440" rIns="9144" bIns="91440" anchor="t"/>
          <a:lstStyle>
            <a:lvl1pPr marL="0" marR="0" indent="0" algn="l" eaLnBrk="1" latinLnBrk="0" hangingPunct="1">
              <a:buFontTx/>
              <a:buNone/>
              <a:defRPr kumimoji="0" lang="ru-RU" sz="1800" i="0"/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5" name="Rectangle 4"/>
          <p:cNvSpPr>
            <a:spLocks noGrp="1"/>
          </p:cNvSpPr>
          <p:nvPr>
            <p:ph type="dt" sz="half" idx="31"/>
          </p:nvPr>
        </p:nvSpPr>
        <p:spPr/>
        <p:txBody>
          <a:bodyPr/>
          <a:lstStyle/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28.12.2020</a:t>
            </a:fld>
            <a:endParaRPr kumimoji="0" lang="ru-RU" dirty="0"/>
          </a:p>
        </p:txBody>
      </p:sp>
      <p:sp>
        <p:nvSpPr>
          <p:cNvPr id="6" name="Rectangle 5"/>
          <p:cNvSpPr>
            <a:spLocks noGrp="1"/>
          </p:cNvSpPr>
          <p:nvPr>
            <p:ph type="sldNum" sz="quarter" idx="32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dirty="0"/>
          </a:p>
        </p:txBody>
      </p:sp>
      <p:sp>
        <p:nvSpPr>
          <p:cNvPr id="7" name="Rectangle 6"/>
          <p:cNvSpPr>
            <a:spLocks noGrp="1"/>
          </p:cNvSpPr>
          <p:nvPr>
            <p:ph type="ftr" sz="quarter" idx="33"/>
          </p:nvPr>
        </p:nvSpPr>
        <p:spPr/>
        <p:txBody>
          <a:bodyPr/>
          <a:lstStyle/>
          <a:p>
            <a:endParaRPr kumimoji="0" lang="ru-RU" dirty="0"/>
          </a:p>
        </p:txBody>
      </p:sp>
    </p:spTree>
  </p:cSld>
  <p:clrMapOvr>
    <a:masterClrMapping/>
  </p:clrMapOvr>
  <p:transition>
    <p:fade/>
  </p:transition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3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pPr eaLnBrk="1" latinLnBrk="0" hangingPunct="1"/>
            <a:r>
              <a:rPr lang="ru-RU" smtClean="0"/>
              <a:t>Образец заголовка</a:t>
            </a:r>
            <a:endParaRPr/>
          </a:p>
        </p:txBody>
      </p:sp>
      <p:sp>
        <p:nvSpPr>
          <p:cNvPr id="14" name="Rectangle 6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/>
          </a:p>
        </p:txBody>
      </p:sp>
      <p:sp>
        <p:nvSpPr>
          <p:cNvPr id="2" name="Rectangle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B2EC6F-6501-4E04-BD6C-A8A6CABB2C5B}" type="datetimeFigureOut">
              <a:rPr lang="ru-RU"/>
              <a:pPr/>
              <a:t>28.12.2020</a:t>
            </a:fld>
            <a:endParaRPr kumimoji="0" lang="ru-RU" dirty="0"/>
          </a:p>
        </p:txBody>
      </p:sp>
      <p:sp>
        <p:nvSpPr>
          <p:cNvPr id="27" name="Rectangle 19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ru-RU" dirty="0"/>
          </a:p>
        </p:txBody>
      </p:sp>
      <p:sp>
        <p:nvSpPr>
          <p:cNvPr id="24" name="Rectangle 2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3B0023-0CED-47F7-85AE-654F0B232C29}" type="slidenum">
              <a:rPr/>
              <a:pPr/>
              <a:t>‹#›</a:t>
            </a:fld>
            <a:endParaRPr kumimoji="0" lang="ru-RU" dirty="0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image" Target="../media/image2.jpeg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1">
          <a:blip r:embed="rId24" cstate="print">
            <a:alphaModFix amt="55000"/>
            <a:lum/>
          </a:blip>
          <a:srcRect/>
          <a:tile tx="0" ty="0" sx="100000" sy="100000" flip="none" algn="tl"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6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249362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eaLnBrk="1" latinLnBrk="0" hangingPunct="1"/>
            <a:r>
              <a:rPr kumimoji="0" lang="ru-RU" smtClean="0"/>
              <a:t>Образец заголовка</a:t>
            </a:r>
            <a:endParaRPr kumimoji="0" lang="en-US" smtClean="0"/>
          </a:p>
        </p:txBody>
      </p:sp>
      <p:sp>
        <p:nvSpPr>
          <p:cNvPr id="13" name="Rectangle 5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>
            <a:normAutofit/>
          </a:bodyPr>
          <a:lstStyle/>
          <a:p>
            <a:pPr lvl="0" eaLnBrk="1" latinLnBrk="0" hangingPunct="1"/>
            <a:r>
              <a:rPr kumimoji="0" lang="ru-RU" smtClean="0"/>
              <a:t>Образец текста</a:t>
            </a:r>
          </a:p>
          <a:p>
            <a:pPr lvl="1" eaLnBrk="1" latinLnBrk="0" hangingPunct="1"/>
            <a:r>
              <a:rPr kumimoji="0" lang="ru-RU" smtClean="0"/>
              <a:t>Второй уровень</a:t>
            </a:r>
          </a:p>
          <a:p>
            <a:pPr lvl="2" eaLnBrk="1" latinLnBrk="0" hangingPunct="1"/>
            <a:r>
              <a:rPr kumimoji="0" lang="ru-RU" smtClean="0"/>
              <a:t>Третий уровень</a:t>
            </a:r>
          </a:p>
          <a:p>
            <a:pPr lvl="3" eaLnBrk="1" latinLnBrk="0" hangingPunct="1"/>
            <a:r>
              <a:rPr kumimoji="0" lang="ru-RU" smtClean="0"/>
              <a:t>Четвертый уровень</a:t>
            </a:r>
          </a:p>
          <a:p>
            <a:pPr lvl="4" eaLnBrk="1" latinLnBrk="0" hangingPunct="1"/>
            <a:r>
              <a:rPr kumimoji="0" lang="ru-RU" smtClean="0"/>
              <a:t>Пятый уровень</a:t>
            </a:r>
            <a:endParaRPr kumimoji="0" lang="en-US"/>
          </a:p>
        </p:txBody>
      </p:sp>
      <p:sp>
        <p:nvSpPr>
          <p:cNvPr id="29" name="Rectangle 3"/>
          <p:cNvSpPr>
            <a:spLocks noGrp="1"/>
          </p:cNvSpPr>
          <p:nvPr>
            <p:ph type="dt" sz="half" idx="2"/>
          </p:nvPr>
        </p:nvSpPr>
        <p:spPr>
          <a:xfrm>
            <a:off x="66675" y="6559360"/>
            <a:ext cx="2438400" cy="244475"/>
          </a:xfrm>
          <a:prstGeom prst="rect">
            <a:avLst/>
          </a:prstGeom>
        </p:spPr>
        <p:txBody>
          <a:bodyPr anchor="b"/>
          <a:lstStyle>
            <a:lvl1pPr eaLnBrk="1" latinLnBrk="0" hangingPunct="1">
              <a:defRPr kumimoji="0" lang="ru-RU" sz="1200">
                <a:solidFill>
                  <a:schemeClr val="tx2"/>
                </a:solidFill>
              </a:defRPr>
            </a:lvl1pPr>
            <a:extLst/>
          </a:lstStyle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28.12.2020</a:t>
            </a:fld>
            <a:endParaRPr kumimoji="0" lang="ru-RU" sz="1200" dirty="0">
              <a:solidFill>
                <a:schemeClr val="tx2"/>
              </a:solidFill>
            </a:endParaRPr>
          </a:p>
        </p:txBody>
      </p:sp>
      <p:sp>
        <p:nvSpPr>
          <p:cNvPr id="20" name="Rectangle 25"/>
          <p:cNvSpPr>
            <a:spLocks noGrp="1"/>
          </p:cNvSpPr>
          <p:nvPr>
            <p:ph type="ftr" sz="quarter" idx="3"/>
          </p:nvPr>
        </p:nvSpPr>
        <p:spPr>
          <a:xfrm>
            <a:off x="2995653" y="6558153"/>
            <a:ext cx="4648200" cy="246888"/>
          </a:xfrm>
          <a:prstGeom prst="rect">
            <a:avLst/>
          </a:prstGeom>
        </p:spPr>
        <p:txBody>
          <a:bodyPr anchor="b"/>
          <a:lstStyle>
            <a:lvl1pPr algn="ctr" eaLnBrk="1" latinLnBrk="0" hangingPunct="1">
              <a:defRPr kumimoji="0" lang="ru-RU" sz="1200">
                <a:solidFill>
                  <a:schemeClr val="tx2"/>
                </a:solidFill>
              </a:defRPr>
            </a:lvl1pPr>
            <a:extLst/>
          </a:lstStyle>
          <a:p>
            <a:pPr algn="ctr"/>
            <a:endParaRPr kumimoji="0" lang="ru-RU" sz="1200" dirty="0">
              <a:solidFill>
                <a:schemeClr val="tx2"/>
              </a:solidFill>
            </a:endParaRPr>
          </a:p>
        </p:txBody>
      </p:sp>
      <p:sp>
        <p:nvSpPr>
          <p:cNvPr id="23" name="Rectangle 16"/>
          <p:cNvSpPr>
            <a:spLocks noGrp="1"/>
          </p:cNvSpPr>
          <p:nvPr>
            <p:ph type="sldNum" sz="quarter" idx="4"/>
          </p:nvPr>
        </p:nvSpPr>
        <p:spPr>
          <a:xfrm>
            <a:off x="8172450" y="6559360"/>
            <a:ext cx="914400" cy="244475"/>
          </a:xfrm>
          <a:prstGeom prst="rect">
            <a:avLst/>
          </a:prstGeom>
        </p:spPr>
        <p:txBody>
          <a:bodyPr/>
          <a:lstStyle>
            <a:lvl1pPr algn="r" eaLnBrk="1" latinLnBrk="0" hangingPunct="1">
              <a:defRPr kumimoji="0" lang="ru-RU" sz="1200">
                <a:solidFill>
                  <a:schemeClr val="tx2"/>
                </a:solidFill>
              </a:defRPr>
            </a:lvl1pPr>
            <a:extLst/>
          </a:lstStyle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sz="1200" dirty="0">
              <a:solidFill>
                <a:schemeClr val="tx2"/>
              </a:solidFill>
            </a:endParaRPr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</p:sldLayoutIdLst>
  <p:transition>
    <p:fade/>
  </p:transition>
  <p:timing>
    <p:tnLst>
      <p:par>
        <p:cTn id="1" dur="indefinite" restart="never" nodeType="tmRoot"/>
      </p:par>
    </p:tnLst>
  </p:timing>
  <p:txStyles>
    <p:titleStyle>
      <a:lvl1pPr algn="l" rtl="0" eaLnBrk="1" latinLnBrk="0" hangingPunct="1">
        <a:spcBef>
          <a:spcPct val="0"/>
        </a:spcBef>
        <a:buNone/>
        <a:defRPr kumimoji="0" lang="ru-RU" sz="3200" cap="all" baseline="0">
          <a:solidFill>
            <a:schemeClr val="tx2"/>
          </a:solidFill>
          <a:effectLst>
            <a:outerShdw blurRad="51000" dist="37000" dir="5400000" algn="tl" rotWithShape="0">
              <a:srgbClr val="000000">
                <a:alpha val="25000"/>
              </a:srgbClr>
            </a:outerShdw>
          </a:effectLst>
          <a:latin typeface="+mj-lt"/>
          <a:ea typeface="+mj-ea"/>
          <a:cs typeface="+mj-cs"/>
        </a:defRPr>
      </a:lvl1pPr>
      <a:lvl2pPr eaLnBrk="1" latinLnBrk="0" hangingPunct="1">
        <a:defRPr kumimoji="0" lang="ru-RU">
          <a:solidFill>
            <a:schemeClr val="tx2"/>
          </a:solidFill>
        </a:defRPr>
      </a:lvl2pPr>
      <a:lvl3pPr eaLnBrk="1" latinLnBrk="0" hangingPunct="1">
        <a:defRPr kumimoji="0" lang="ru-RU">
          <a:solidFill>
            <a:schemeClr val="tx2"/>
          </a:solidFill>
        </a:defRPr>
      </a:lvl3pPr>
      <a:lvl4pPr eaLnBrk="1" latinLnBrk="0" hangingPunct="1">
        <a:defRPr kumimoji="0" lang="ru-RU">
          <a:solidFill>
            <a:schemeClr val="tx2"/>
          </a:solidFill>
        </a:defRPr>
      </a:lvl4pPr>
      <a:lvl5pPr eaLnBrk="1" latinLnBrk="0" hangingPunct="1">
        <a:defRPr kumimoji="0" lang="ru-RU">
          <a:solidFill>
            <a:schemeClr val="tx2"/>
          </a:solidFill>
        </a:defRPr>
      </a:lvl5pPr>
      <a:lvl6pPr eaLnBrk="1" latinLnBrk="0" hangingPunct="1">
        <a:defRPr kumimoji="0" lang="ru-RU">
          <a:solidFill>
            <a:schemeClr val="tx2"/>
          </a:solidFill>
        </a:defRPr>
      </a:lvl6pPr>
      <a:lvl7pPr eaLnBrk="1" latinLnBrk="0" hangingPunct="1">
        <a:defRPr kumimoji="0" lang="ru-RU">
          <a:solidFill>
            <a:schemeClr val="tx2"/>
          </a:solidFill>
        </a:defRPr>
      </a:lvl7pPr>
      <a:lvl8pPr eaLnBrk="1" latinLnBrk="0" hangingPunct="1">
        <a:defRPr kumimoji="0" lang="ru-RU">
          <a:solidFill>
            <a:schemeClr val="tx2"/>
          </a:solidFill>
        </a:defRPr>
      </a:lvl8pPr>
      <a:lvl9pPr eaLnBrk="1" latinLnBrk="0" hangingPunct="1">
        <a:defRPr kumimoji="0" lang="ru-RU">
          <a:solidFill>
            <a:schemeClr val="tx2"/>
          </a:solidFill>
        </a:defRPr>
      </a:lvl9pPr>
      <a:extLst/>
    </p:titleStyle>
    <p:bodyStyle>
      <a:lvl1pPr marL="342900" indent="-342900" algn="l" rtl="0" eaLnBrk="1" latinLnBrk="0" hangingPunct="1">
        <a:spcBef>
          <a:spcPct val="20000"/>
        </a:spcBef>
        <a:buChar char="•"/>
        <a:defRPr kumimoji="0" lang="ru-RU" sz="24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latinLnBrk="0" hangingPunct="1">
        <a:spcBef>
          <a:spcPct val="20000"/>
        </a:spcBef>
        <a:buChar char="–"/>
        <a:defRPr kumimoji="0" lang="ru-RU"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latinLnBrk="0" hangingPunct="1">
        <a:spcBef>
          <a:spcPct val="20000"/>
        </a:spcBef>
        <a:buChar char="•"/>
        <a:defRPr kumimoji="0" lang="ru-RU"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latinLnBrk="0" hangingPunct="1">
        <a:spcBef>
          <a:spcPct val="20000"/>
        </a:spcBef>
        <a:buChar char="–"/>
        <a:defRPr kumimoji="0" lang="ru-RU"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latinLnBrk="0" hangingPunct="1">
        <a:spcBef>
          <a:spcPct val="20000"/>
        </a:spcBef>
        <a:buChar char="»"/>
        <a:defRPr kumimoji="0" lang="ru-RU" sz="16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rtl="0" eaLnBrk="1" latinLnBrk="0" hangingPunct="1">
        <a:spcBef>
          <a:spcPct val="20000"/>
        </a:spcBef>
        <a:buChar char="•"/>
        <a:defRPr kumimoji="0" lang="ru-RU" sz="20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rtl="0" eaLnBrk="1" latinLnBrk="0" hangingPunct="1">
        <a:spcBef>
          <a:spcPct val="20000"/>
        </a:spcBef>
        <a:buChar char="•"/>
        <a:defRPr kumimoji="0" lang="ru-RU" sz="20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rtl="0" eaLnBrk="1" latinLnBrk="0" hangingPunct="1">
        <a:spcBef>
          <a:spcPct val="20000"/>
        </a:spcBef>
        <a:buChar char="•"/>
        <a:defRPr kumimoji="0" lang="ru-RU" sz="20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rtl="0" eaLnBrk="1" latinLnBrk="0" hangingPunct="1">
        <a:spcBef>
          <a:spcPct val="20000"/>
        </a:spcBef>
        <a:buChar char="•"/>
        <a:defRPr kumimoji="0" lang="ru-RU" sz="2000">
          <a:solidFill>
            <a:schemeClr val="tx1"/>
          </a:solidFill>
          <a:latin typeface="+mn-lt"/>
          <a:ea typeface="+mn-ea"/>
          <a:cs typeface="+mn-cs"/>
        </a:defRPr>
      </a:lvl9pPr>
      <a:extLst/>
    </p:bodyStyle>
    <p:otherStyle>
      <a:lvl1pPr marL="0" algn="l" rtl="0" eaLnBrk="1" latinLnBrk="0" hangingPunct="1">
        <a:defRPr kumimoji="0" lang="ru-RU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lang="ru-RU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lang="ru-RU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lang="ru-RU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lang="ru-RU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lang="ru-RU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lang="ru-RU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lang="ru-RU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lang="ru-RU">
          <a:solidFill>
            <a:schemeClr val="tx1"/>
          </a:solidFill>
          <a:latin typeface="+mn-lt"/>
          <a:ea typeface="+mn-ea"/>
          <a:cs typeface="+mn-cs"/>
        </a:defRPr>
      </a:lvl9pPr>
      <a:extLst/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hyperlink" Target="https://html5book.ru/osnovy-css" TargetMode="External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3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 descr="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179512" y="0"/>
            <a:ext cx="2420888" cy="2420888"/>
          </a:xfrm>
          <a:prstGeom prst="rect">
            <a:avLst/>
          </a:prstGeom>
          <a:solidFill>
            <a:srgbClr val="000000">
              <a:shade val="95000"/>
            </a:srgbClr>
          </a:solidFill>
          <a:ln w="444500" cap="sq">
            <a:solidFill>
              <a:srgbClr val="000000"/>
            </a:solidFill>
            <a:miter lim="800000"/>
          </a:ln>
          <a:effectLst>
            <a:outerShdw blurRad="254000" dist="190500" dir="2700000" sy="90000" algn="bl" rotWithShape="0">
              <a:srgbClr val="000000">
                <a:alpha val="40000"/>
              </a:srgbClr>
            </a:outerShdw>
          </a:effectLst>
        </p:spPr>
      </p:pic>
      <p:sp>
        <p:nvSpPr>
          <p:cNvPr id="6" name="TextBox 5"/>
          <p:cNvSpPr txBox="1"/>
          <p:nvPr/>
        </p:nvSpPr>
        <p:spPr>
          <a:xfrm>
            <a:off x="0" y="6021288"/>
            <a:ext cx="8748464" cy="369332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algn="r"/>
            <a:r>
              <a:rPr lang="ru-RU" b="1" i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Зуев Александр</a:t>
            </a:r>
            <a:endParaRPr lang="ru-RU" sz="3600" b="1" i="1" dirty="0">
              <a:ln w="50800"/>
              <a:solidFill>
                <a:schemeClr val="bg1">
                  <a:shade val="50000"/>
                </a:schemeClr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3131840" y="1844824"/>
            <a:ext cx="5760640" cy="3046988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algn="r"/>
            <a:r>
              <a:rPr lang="ru-RU" sz="32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Разработка веб-страниц на языке разметки HTML5 с</a:t>
            </a:r>
            <a:r>
              <a:rPr lang="en-US" sz="32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</a:t>
            </a:r>
            <a:r>
              <a:rPr lang="ru-RU" sz="32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использованием каскадных таблиц стилей CSS3</a:t>
            </a:r>
            <a:endParaRPr lang="ru-RU" sz="3200" b="1" dirty="0">
              <a:ln w="50800"/>
              <a:solidFill>
                <a:schemeClr val="bg1">
                  <a:shade val="50000"/>
                </a:schemeClr>
              </a:solidFill>
            </a:endParaRP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2492896"/>
            <a:ext cx="8640960" cy="1569660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algn="ctr"/>
            <a:r>
              <a:rPr lang="ru-RU" sz="4800" b="1" u="sng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Форматирование при помощи </a:t>
            </a:r>
            <a:r>
              <a:rPr lang="en-US" sz="4800" b="1" u="sng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CSS</a:t>
            </a:r>
            <a:endParaRPr lang="ru-RU" sz="4800" b="1" u="sng" dirty="0">
              <a:ln w="50800"/>
              <a:solidFill>
                <a:schemeClr val="bg1">
                  <a:shade val="50000"/>
                </a:schemeClr>
              </a:solidFill>
            </a:endParaRP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2564904"/>
            <a:ext cx="8640960" cy="1569660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algn="ctr"/>
            <a:r>
              <a:rPr lang="en-US" sz="4800" b="1" u="sng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1. CSS – </a:t>
            </a:r>
            <a:r>
              <a:rPr lang="ru-RU" sz="4800" b="1" u="sng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каскадные таблицы стилей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2708920"/>
            <a:ext cx="8640960" cy="1323439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algn="ctr"/>
            <a:r>
              <a:rPr lang="ru-RU" sz="4000" b="1" i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Что такое каскадные таблицы стилей (</a:t>
            </a:r>
            <a:r>
              <a:rPr lang="en-US" sz="4000" b="1" i="1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css</a:t>
            </a:r>
            <a:r>
              <a:rPr lang="ru-RU" sz="4000" b="1" i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)?</a:t>
            </a:r>
            <a:endParaRPr lang="ru-RU" sz="4000" b="1" i="1" dirty="0">
              <a:ln w="50800"/>
              <a:solidFill>
                <a:schemeClr val="bg1">
                  <a:shade val="50000"/>
                </a:schemeClr>
              </a:solidFill>
            </a:endParaRP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1628800"/>
            <a:ext cx="8640960" cy="3539430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algn="ctr"/>
            <a:r>
              <a:rPr lang="ru-RU" sz="32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CSS – это формальный язык, служащий для описания оформления внешнего вида документа</a:t>
            </a:r>
            <a:r>
              <a:rPr lang="en-US" sz="32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.</a:t>
            </a:r>
          </a:p>
          <a:p>
            <a:pPr algn="ctr"/>
            <a:endParaRPr lang="en-US" sz="3200" b="1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pPr algn="ctr"/>
            <a:r>
              <a:rPr lang="ru-RU" sz="32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Название происходит от английского </a:t>
            </a:r>
            <a:r>
              <a:rPr lang="ru-RU" sz="3200" b="1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Cascading</a:t>
            </a:r>
            <a:r>
              <a:rPr lang="ru-RU" sz="32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</a:t>
            </a:r>
            <a:r>
              <a:rPr lang="ru-RU" sz="3200" b="1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Style</a:t>
            </a:r>
            <a:r>
              <a:rPr lang="ru-RU" sz="32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</a:t>
            </a:r>
            <a:r>
              <a:rPr lang="ru-RU" sz="3200" b="1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Sheets</a:t>
            </a:r>
            <a:r>
              <a:rPr lang="ru-RU" sz="32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, что означает «каскадные таблицы стилей».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1268760"/>
            <a:ext cx="8640960" cy="452431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r>
              <a:rPr lang="ru-RU" sz="24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Термин «каскадные таблицы стилей» был предложен в 1994 году. </a:t>
            </a:r>
            <a:endParaRPr lang="en-US" sz="2400" b="1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endParaRPr lang="ru-RU" sz="2400" b="1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r>
              <a:rPr lang="ru-RU" sz="24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В отличие от многих существовавших на тот момент языков стиля, CSS использует наследование от родителя к потомку, поэтому разработчик может определить разные стили, основываясь на уже определённых ранее стилях.</a:t>
            </a:r>
            <a:endParaRPr lang="en-US" sz="2400" b="1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endParaRPr lang="ru-RU" sz="2400" b="1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r>
              <a:rPr lang="ru-RU" sz="24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В середине 1990-х Консорциум Всемирной паутины (W3C) стал проявлять интерес к CSS, и в декабре 1996 года была издана рекомендация CSS1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1124744"/>
            <a:ext cx="8640960" cy="440120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fontAlgn="base"/>
            <a:r>
              <a:rPr lang="ru-RU" sz="20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Параметры шрифтов</a:t>
            </a:r>
            <a:r>
              <a:rPr lang="en-US" sz="20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</a:t>
            </a:r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— гарнитуру, размер шрифта, а также его стиль (обычный, полужирный, курсив)</a:t>
            </a:r>
            <a:b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</a:br>
            <a:endParaRPr lang="ru-RU" sz="2000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pPr fontAlgn="base"/>
            <a:r>
              <a:rPr lang="ru-RU" sz="20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Цвет</a:t>
            </a:r>
            <a:r>
              <a:rPr lang="en-US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</a:t>
            </a:r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— </a:t>
            </a:r>
            <a:r>
              <a:rPr lang="en-US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</a:t>
            </a:r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определения цвета текста, фона, рамок</a:t>
            </a:r>
            <a:b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</a:br>
            <a:endParaRPr lang="ru-RU" sz="2000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pPr fontAlgn="base"/>
            <a:r>
              <a:rPr lang="ru-RU" sz="20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Атрибуты текста</a:t>
            </a:r>
            <a:r>
              <a:rPr lang="en-US" sz="20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</a:t>
            </a:r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— </a:t>
            </a:r>
            <a:r>
              <a:rPr lang="ru-RU" sz="20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межбуквенный</a:t>
            </a:r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интервал, расстояние меж символами и высотой строки</a:t>
            </a:r>
            <a:endParaRPr lang="en-US" sz="2000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pPr fontAlgn="base"/>
            <a:endParaRPr lang="ru-RU" sz="2000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pPr fontAlgn="base"/>
            <a:r>
              <a:rPr lang="ru-RU" sz="20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Выравнивания</a:t>
            </a:r>
            <a:r>
              <a:rPr lang="en-US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</a:t>
            </a:r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— для текста, изображения, таблицы, и других элементов</a:t>
            </a:r>
            <a:endParaRPr lang="en-US" sz="2000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pPr fontAlgn="base"/>
            <a:endParaRPr lang="ru-RU" sz="2000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pPr fontAlgn="base"/>
            <a:r>
              <a:rPr lang="ru-RU" sz="20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Свойство  блока</a:t>
            </a:r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 — внутренние и внешние отступы от рамки, высота, ширина.</a:t>
            </a:r>
          </a:p>
          <a:p>
            <a:endParaRPr lang="ru-RU" sz="2000" dirty="0" err="1" smtClean="0">
              <a:ln w="50800"/>
              <a:solidFill>
                <a:schemeClr val="bg1">
                  <a:shade val="50000"/>
                </a:schemeClr>
              </a:solidFill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251520" y="260648"/>
            <a:ext cx="1571264" cy="707886"/>
          </a:xfrm>
          <a:prstGeom prst="rect">
            <a:avLst/>
          </a:prstGeom>
        </p:spPr>
        <p:txBody>
          <a:bodyPr wrap="none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r>
              <a:rPr lang="en-US" sz="4000" b="1" i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CSS1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1052736"/>
            <a:ext cx="8640960" cy="532453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fontAlgn="base"/>
            <a:r>
              <a:rPr lang="ru-RU" sz="20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Блочная верстка</a:t>
            </a:r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 — относительное, абсолютное и фиксированное позиционирование</a:t>
            </a:r>
            <a:endParaRPr lang="en-US" sz="2000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pPr fontAlgn="base"/>
            <a:endParaRPr lang="ru-RU" sz="2000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pPr fontAlgn="base"/>
            <a:r>
              <a:rPr lang="ru-RU" sz="20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Типы памяти </a:t>
            </a:r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 —установка различных стилей для разных носителей (монитор, принтер)</a:t>
            </a:r>
            <a:endParaRPr lang="en-US" sz="2000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pPr fontAlgn="base"/>
            <a:endParaRPr lang="ru-RU" sz="2000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pPr fontAlgn="base"/>
            <a:r>
              <a:rPr lang="ru-RU" sz="20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Звуковые таблицы стилей</a:t>
            </a:r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 — определения голоса, громкости звуковых носителей (например, для слепых посетителей сайта)</a:t>
            </a:r>
            <a:endParaRPr lang="en-US" sz="2000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pPr fontAlgn="base"/>
            <a:endParaRPr lang="ru-RU" sz="2000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pPr fontAlgn="base"/>
            <a:r>
              <a:rPr lang="ru-RU" sz="20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Страничные носители</a:t>
            </a:r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 —  установка различных стилей для элементов четных и не четных страницах при печати.</a:t>
            </a:r>
            <a:endParaRPr lang="en-US" sz="2000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pPr fontAlgn="base"/>
            <a:endParaRPr lang="ru-RU" sz="2000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pPr fontAlgn="base"/>
            <a:r>
              <a:rPr lang="ru-RU" sz="20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Расширенный механизм селекторов</a:t>
            </a:r>
            <a:endParaRPr lang="en-US" sz="2000" b="1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pPr fontAlgn="base"/>
            <a:endParaRPr lang="ru-RU" sz="2000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pPr fontAlgn="base"/>
            <a:r>
              <a:rPr lang="ru-RU" sz="20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Генерируемый содержание</a:t>
            </a:r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 — позволяет установить текст и картинку, которые будут отображаться до и после нужного элемента.</a:t>
            </a:r>
          </a:p>
          <a:p>
            <a:endParaRPr lang="ru-RU" sz="2000" dirty="0" err="1" smtClean="0">
              <a:ln w="50800"/>
              <a:solidFill>
                <a:schemeClr val="bg1">
                  <a:shade val="50000"/>
                </a:schemeClr>
              </a:solidFill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251520" y="260648"/>
            <a:ext cx="1571264" cy="707886"/>
          </a:xfrm>
          <a:prstGeom prst="rect">
            <a:avLst/>
          </a:prstGeom>
        </p:spPr>
        <p:txBody>
          <a:bodyPr wrap="none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r>
              <a:rPr lang="en-US" sz="4000" b="1" i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CSS2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1052736"/>
            <a:ext cx="8640960" cy="347787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fontAlgn="base"/>
            <a:r>
              <a:rPr lang="ru-RU" sz="20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Основанный на CSS2.1</a:t>
            </a:r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, дополняет существующие свойства и значение и добавляет новые.</a:t>
            </a:r>
          </a:p>
          <a:p>
            <a:pPr fontAlgn="base"/>
            <a:endParaRPr lang="ru-RU" sz="2000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pPr fontAlgn="base"/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Главной особенностью CSS3 - есть возможность создавать анимацию без использования JS, поддержка линейных и радиальных градиентов, теней, сглаживания и многое другое</a:t>
            </a:r>
          </a:p>
          <a:p>
            <a:pPr fontAlgn="base"/>
            <a:endParaRPr lang="ru-RU" sz="2000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pPr fontAlgn="base"/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Преимущественно используется как средство описания и оформления внешнего вида </a:t>
            </a:r>
            <a:r>
              <a:rPr lang="ru-RU" sz="20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веб-страниц</a:t>
            </a:r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, написанных с помощью языков разметки HTML и XHTML, но может также применяться к любым XML-документам</a:t>
            </a:r>
          </a:p>
        </p:txBody>
      </p:sp>
      <p:sp>
        <p:nvSpPr>
          <p:cNvPr id="3" name="Прямоугольник 2"/>
          <p:cNvSpPr/>
          <p:nvPr/>
        </p:nvSpPr>
        <p:spPr>
          <a:xfrm>
            <a:off x="251520" y="260648"/>
            <a:ext cx="1571264" cy="707886"/>
          </a:xfrm>
          <a:prstGeom prst="rect">
            <a:avLst/>
          </a:prstGeom>
        </p:spPr>
        <p:txBody>
          <a:bodyPr wrap="none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r>
              <a:rPr lang="en-US" sz="4000" b="1" i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CSS</a:t>
            </a:r>
            <a:r>
              <a:rPr lang="ru-RU" sz="4000" b="1" i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3</a:t>
            </a:r>
            <a:endParaRPr lang="en-US" sz="4000" b="1" i="1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1268760"/>
            <a:ext cx="8640960" cy="3785652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algn="ctr"/>
            <a:r>
              <a:rPr lang="ru-RU" sz="4000" b="1" i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Назначение:</a:t>
            </a:r>
          </a:p>
          <a:p>
            <a:pPr algn="ctr"/>
            <a:r>
              <a:rPr lang="ru-RU" sz="4000" b="1" i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</a:t>
            </a:r>
          </a:p>
          <a:p>
            <a:r>
              <a:rPr lang="ru-RU" sz="4000" b="1" i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HTML служит для задания структуры</a:t>
            </a:r>
          </a:p>
          <a:p>
            <a:r>
              <a:rPr lang="ru-RU" sz="4000" b="1" i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</a:t>
            </a:r>
          </a:p>
          <a:p>
            <a:r>
              <a:rPr lang="ru-RU" sz="4000" b="1" i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CSS – для форматирования</a:t>
            </a:r>
            <a:endParaRPr lang="ru-RU" sz="4000" b="1" i="1" dirty="0">
              <a:ln w="50800"/>
              <a:solidFill>
                <a:schemeClr val="bg1">
                  <a:shade val="50000"/>
                </a:schemeClr>
              </a:solidFill>
            </a:endParaRP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404664"/>
            <a:ext cx="8640960" cy="707886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r>
              <a:rPr lang="ru-RU" sz="4000" b="1" i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Встраивание </a:t>
            </a:r>
            <a:r>
              <a:rPr lang="en-US" sz="4000" b="1" i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CSS </a:t>
            </a:r>
            <a:r>
              <a:rPr lang="ru-RU" sz="4000" b="1" i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в </a:t>
            </a:r>
            <a:r>
              <a:rPr lang="en-US" sz="4000" b="1" i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HTML</a:t>
            </a:r>
            <a:endParaRPr lang="ru-RU" sz="4000" b="1" i="1" dirty="0">
              <a:ln w="50800"/>
              <a:solidFill>
                <a:schemeClr val="bg1">
                  <a:shade val="50000"/>
                </a:schemeClr>
              </a:solidFill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251520" y="1628800"/>
            <a:ext cx="8640960" cy="347787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fontAlgn="base"/>
            <a:r>
              <a:rPr lang="en-US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&lt;head&gt;</a:t>
            </a:r>
          </a:p>
          <a:p>
            <a:pPr fontAlgn="base"/>
            <a:r>
              <a:rPr lang="en-US" sz="2000" b="1" u="sng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&lt;link </a:t>
            </a:r>
            <a:r>
              <a:rPr lang="en-US" sz="2000" b="1" u="sng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href</a:t>
            </a:r>
            <a:r>
              <a:rPr lang="en-US" sz="2000" b="1" u="sng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="style.css" </a:t>
            </a:r>
            <a:r>
              <a:rPr lang="en-US" sz="2000" b="1" u="sng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rel</a:t>
            </a:r>
            <a:r>
              <a:rPr lang="en-US" sz="2000" b="1" u="sng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="</a:t>
            </a:r>
            <a:r>
              <a:rPr lang="en-US" sz="2000" b="1" u="sng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stylesheet</a:t>
            </a:r>
            <a:r>
              <a:rPr lang="en-US" sz="2000" b="1" u="sng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" media="all"&gt;</a:t>
            </a:r>
            <a:endParaRPr lang="ru-RU" sz="2000" b="1" u="sng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pPr fontAlgn="base"/>
            <a:endParaRPr lang="en-US" sz="2000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pPr fontAlgn="base"/>
            <a:r>
              <a:rPr lang="en-US" sz="20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 &lt;style&gt;</a:t>
            </a:r>
            <a:endParaRPr lang="ru-RU" sz="2000" b="1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pPr fontAlgn="base"/>
            <a:r>
              <a:rPr lang="en-US" sz="2000" b="1" u="sng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p {font-size:48px;}</a:t>
            </a:r>
          </a:p>
          <a:p>
            <a:pPr fontAlgn="base"/>
            <a:r>
              <a:rPr lang="en-US" sz="20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&lt;/style&gt;</a:t>
            </a:r>
          </a:p>
          <a:p>
            <a:pPr fontAlgn="base"/>
            <a:endParaRPr lang="en-US" sz="2000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pPr fontAlgn="base"/>
            <a:r>
              <a:rPr lang="en-US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&lt;/head&gt;</a:t>
            </a:r>
            <a:endParaRPr lang="ru-RU" sz="2000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pPr fontAlgn="base"/>
            <a:r>
              <a:rPr lang="en-US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&lt;body&gt;</a:t>
            </a:r>
          </a:p>
          <a:p>
            <a:pPr fontAlgn="base"/>
            <a:r>
              <a:rPr lang="en-US" sz="2000" b="1" u="sng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&lt;p style=“font-size:18px;”&gt;</a:t>
            </a:r>
            <a:r>
              <a:rPr lang="ru-RU" sz="2000" b="1" u="sng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Текст</a:t>
            </a:r>
            <a:r>
              <a:rPr lang="en-US" sz="2000" b="1" u="sng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&lt;/p&gt;</a:t>
            </a:r>
          </a:p>
          <a:p>
            <a:pPr fontAlgn="base"/>
            <a:r>
              <a:rPr lang="en-US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&lt;/body&gt;</a:t>
            </a:r>
            <a:endParaRPr lang="ru-RU" sz="2000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404664"/>
            <a:ext cx="8640960" cy="707886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r>
              <a:rPr lang="ru-RU" sz="4000" b="1" i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Создание </a:t>
            </a:r>
            <a:r>
              <a:rPr lang="en-US" sz="4000" b="1" i="1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css</a:t>
            </a:r>
            <a:r>
              <a:rPr lang="en-US" sz="4000" b="1" i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</a:t>
            </a:r>
            <a:r>
              <a:rPr lang="ru-RU" sz="4000" b="1" i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файла</a:t>
            </a:r>
            <a:endParaRPr lang="ru-RU" sz="4000" b="1" i="1" dirty="0">
              <a:ln w="50800"/>
              <a:solidFill>
                <a:schemeClr val="bg1">
                  <a:shade val="50000"/>
                </a:schemeClr>
              </a:solidFill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251520" y="1628800"/>
            <a:ext cx="8640960" cy="1015663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fontAlgn="base"/>
            <a:r>
              <a:rPr lang="en-US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p {</a:t>
            </a:r>
          </a:p>
          <a:p>
            <a:pPr fontAlgn="base"/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	</a:t>
            </a:r>
            <a:r>
              <a:rPr lang="en-US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font-size:12px;</a:t>
            </a:r>
          </a:p>
          <a:p>
            <a:pPr fontAlgn="base"/>
            <a:r>
              <a:rPr lang="en-US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}</a:t>
            </a:r>
            <a:endParaRPr lang="ru-RU" sz="2000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404664"/>
            <a:ext cx="8640960" cy="1323439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r>
              <a:rPr lang="ru-RU" sz="4000" b="1" i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Встраивание </a:t>
            </a:r>
            <a:r>
              <a:rPr lang="en-US" sz="4000" b="1" i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CSS </a:t>
            </a:r>
            <a:r>
              <a:rPr lang="ru-RU" sz="4000" b="1" i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для печати</a:t>
            </a:r>
            <a:r>
              <a:rPr lang="en-US" sz="4000" b="1" i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</a:t>
            </a:r>
            <a:r>
              <a:rPr lang="ru-RU" sz="4000" b="1" i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в </a:t>
            </a:r>
            <a:r>
              <a:rPr lang="en-US" sz="4000" b="1" i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HTML</a:t>
            </a:r>
            <a:endParaRPr lang="ru-RU" sz="4000" b="1" i="1" dirty="0">
              <a:ln w="50800"/>
              <a:solidFill>
                <a:schemeClr val="bg1">
                  <a:shade val="50000"/>
                </a:schemeClr>
              </a:solidFill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251520" y="2060848"/>
            <a:ext cx="8640960" cy="255454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fontAlgn="base"/>
            <a:r>
              <a:rPr lang="en-US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&lt;head&gt;</a:t>
            </a:r>
          </a:p>
          <a:p>
            <a:pPr fontAlgn="base"/>
            <a:r>
              <a:rPr lang="en-US" sz="20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&lt;link </a:t>
            </a:r>
            <a:r>
              <a:rPr lang="en-US" sz="2000" b="1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href</a:t>
            </a:r>
            <a:r>
              <a:rPr lang="en-US" sz="20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="styleprint.css" </a:t>
            </a:r>
            <a:r>
              <a:rPr lang="en-US" sz="2000" b="1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rel</a:t>
            </a:r>
            <a:r>
              <a:rPr lang="en-US" sz="20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="</a:t>
            </a:r>
            <a:r>
              <a:rPr lang="en-US" sz="2000" b="1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stylesheet</a:t>
            </a:r>
            <a:r>
              <a:rPr lang="en-US" sz="20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" media="print"&gt;</a:t>
            </a:r>
          </a:p>
          <a:p>
            <a:pPr fontAlgn="base"/>
            <a:r>
              <a:rPr lang="en-US" sz="20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&lt;link </a:t>
            </a:r>
            <a:r>
              <a:rPr lang="en-US" sz="2000" b="1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href</a:t>
            </a:r>
            <a:r>
              <a:rPr lang="en-US" sz="20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="style.css" </a:t>
            </a:r>
            <a:r>
              <a:rPr lang="en-US" sz="2000" b="1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rel</a:t>
            </a:r>
            <a:r>
              <a:rPr lang="en-US" sz="20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="</a:t>
            </a:r>
            <a:r>
              <a:rPr lang="en-US" sz="2000" b="1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stylesheet</a:t>
            </a:r>
            <a:r>
              <a:rPr lang="en-US" sz="20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" media="all"&gt;</a:t>
            </a:r>
            <a:endParaRPr lang="ru-RU" sz="2000" b="1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pPr fontAlgn="base"/>
            <a:r>
              <a:rPr lang="en-US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&lt;/head&gt;</a:t>
            </a:r>
          </a:p>
          <a:p>
            <a:pPr fontAlgn="base"/>
            <a:endParaRPr lang="en-US" sz="2000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pPr fontAlgn="base"/>
            <a:r>
              <a:rPr lang="en-US" sz="20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style.css</a:t>
            </a:r>
            <a:r>
              <a:rPr lang="en-US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- p{font-size:48px;}</a:t>
            </a:r>
          </a:p>
          <a:p>
            <a:pPr fontAlgn="base"/>
            <a:endParaRPr lang="en-US" sz="2000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pPr fontAlgn="base"/>
            <a:r>
              <a:rPr lang="en-US" sz="20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styleprint.css</a:t>
            </a:r>
            <a:r>
              <a:rPr lang="en-US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- p{font-size:18px; font-</a:t>
            </a:r>
            <a:r>
              <a:rPr lang="en-US" sz="20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weight:bold</a:t>
            </a:r>
            <a:r>
              <a:rPr lang="en-US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; </a:t>
            </a:r>
            <a:r>
              <a:rPr lang="en-US" sz="20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color:red</a:t>
            </a:r>
            <a:r>
              <a:rPr lang="en-US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;}</a:t>
            </a:r>
            <a:endParaRPr lang="ru-RU" sz="2000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2564904"/>
            <a:ext cx="8640960" cy="1569660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algn="ctr"/>
            <a:r>
              <a:rPr lang="ru-RU" sz="4800" b="1" u="sng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2</a:t>
            </a:r>
            <a:r>
              <a:rPr lang="en-US" sz="4800" b="1" u="sng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. </a:t>
            </a:r>
            <a:r>
              <a:rPr lang="ru-RU" sz="4800" b="1" u="sng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Теги без форматирования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404664"/>
            <a:ext cx="8640960" cy="1938992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r>
              <a:rPr lang="ru-RU" sz="4000" b="1" i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Теги без форматирования</a:t>
            </a:r>
            <a:endParaRPr lang="en-US" sz="4000" b="1" i="1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r>
              <a:rPr lang="ru-RU" sz="4000" b="1" i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– </a:t>
            </a:r>
            <a:r>
              <a:rPr lang="en-US" sz="4000" b="1" i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&lt;div&gt; </a:t>
            </a:r>
            <a:r>
              <a:rPr lang="ru-RU" sz="4000" b="1" i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блочный, </a:t>
            </a:r>
            <a:endParaRPr lang="en-US" sz="4000" b="1" i="1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r>
              <a:rPr lang="ru-RU" sz="4000" b="1" i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– </a:t>
            </a:r>
            <a:r>
              <a:rPr lang="en-US" sz="4000" b="1" i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&lt;span&gt; </a:t>
            </a:r>
            <a:r>
              <a:rPr lang="ru-RU" sz="4000" b="1" i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линейный</a:t>
            </a:r>
            <a:endParaRPr lang="ru-RU" sz="4000" b="1" i="1" dirty="0">
              <a:ln w="50800"/>
              <a:solidFill>
                <a:schemeClr val="bg1">
                  <a:shade val="50000"/>
                </a:schemeClr>
              </a:solidFill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251520" y="2924944"/>
            <a:ext cx="8640960" cy="347787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fontAlgn="base"/>
            <a:r>
              <a:rPr lang="en-US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&lt;body&gt; </a:t>
            </a:r>
          </a:p>
          <a:p>
            <a:pPr fontAlgn="base"/>
            <a:r>
              <a:rPr lang="en-US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&lt;div style="</a:t>
            </a:r>
            <a:r>
              <a:rPr lang="en-US" sz="20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color:red</a:t>
            </a:r>
            <a:r>
              <a:rPr lang="en-US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;"&gt;</a:t>
            </a:r>
          </a:p>
          <a:p>
            <a:pPr fontAlgn="base"/>
            <a:r>
              <a:rPr lang="en-US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&lt;p style="</a:t>
            </a:r>
            <a:r>
              <a:rPr lang="en-US" sz="20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color:green</a:t>
            </a:r>
            <a:r>
              <a:rPr lang="en-US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;"&gt;</a:t>
            </a:r>
          </a:p>
          <a:p>
            <a:pPr fontAlgn="base"/>
            <a:r>
              <a:rPr lang="ru-RU" sz="20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Текст&amp;</a:t>
            </a:r>
            <a:r>
              <a:rPr lang="en-US" sz="20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nbsp</a:t>
            </a:r>
            <a:r>
              <a:rPr lang="en-US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;</a:t>
            </a:r>
          </a:p>
          <a:p>
            <a:pPr fontAlgn="base"/>
            <a:r>
              <a:rPr lang="en-US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&lt;span style="color: blue"&gt;</a:t>
            </a:r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Еще </a:t>
            </a:r>
            <a:r>
              <a:rPr lang="ru-RU" sz="20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текст&amp;</a:t>
            </a:r>
            <a:r>
              <a:rPr lang="en-US" sz="20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nbsp</a:t>
            </a:r>
            <a:r>
              <a:rPr lang="en-US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;&lt;/span&gt;</a:t>
            </a:r>
          </a:p>
          <a:p>
            <a:pPr fontAlgn="base"/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ну и еще какой </a:t>
            </a:r>
            <a:r>
              <a:rPr lang="ru-RU" sz="20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нибудь</a:t>
            </a:r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текст</a:t>
            </a:r>
            <a:endParaRPr lang="en-US" sz="2000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pPr fontAlgn="base"/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&lt;/</a:t>
            </a:r>
            <a:r>
              <a:rPr lang="en-US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p&gt;</a:t>
            </a:r>
          </a:p>
          <a:p>
            <a:pPr fontAlgn="base"/>
            <a:r>
              <a:rPr lang="en-US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&lt;/div&gt;</a:t>
            </a:r>
          </a:p>
          <a:p>
            <a:pPr fontAlgn="base"/>
            <a:endParaRPr lang="en-US" sz="2000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pPr fontAlgn="base"/>
            <a:endParaRPr lang="en-US" sz="2000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pPr fontAlgn="base"/>
            <a:r>
              <a:rPr lang="en-US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&lt;/body&gt;</a:t>
            </a:r>
            <a:endParaRPr lang="ru-RU" sz="2000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2132856"/>
            <a:ext cx="8640960" cy="2308324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algn="ctr"/>
            <a:r>
              <a:rPr lang="ru-RU" sz="4800" b="1" u="sng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3</a:t>
            </a:r>
            <a:r>
              <a:rPr lang="en-US" sz="4800" b="1" u="sng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. </a:t>
            </a:r>
            <a:r>
              <a:rPr lang="ru-RU" sz="4800" b="1" u="sng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Аналогия </a:t>
            </a:r>
            <a:r>
              <a:rPr lang="en-US" sz="4800" b="1" u="sng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HTML </a:t>
            </a:r>
            <a:r>
              <a:rPr lang="ru-RU" sz="4800" b="1" u="sng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и </a:t>
            </a:r>
            <a:r>
              <a:rPr lang="en-US" sz="4800" b="1" u="sng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CSS</a:t>
            </a:r>
            <a:r>
              <a:rPr lang="ru-RU" sz="4800" dirty="0" smtClean="0"/>
              <a:t> </a:t>
            </a:r>
            <a:r>
              <a:rPr lang="ru-RU" sz="4800" b="1" u="sng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на примере линейных и блочных тегов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404664"/>
            <a:ext cx="8640960" cy="1323439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r>
              <a:rPr lang="ru-RU" sz="4000" b="1" i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Тег</a:t>
            </a:r>
            <a:r>
              <a:rPr lang="en-US" sz="4000" b="1" i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&lt;font&gt;</a:t>
            </a:r>
            <a:r>
              <a:rPr lang="ru-RU" sz="4000" b="1" i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– свойства </a:t>
            </a:r>
            <a:r>
              <a:rPr lang="en-US" sz="4000" b="1" i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color, font-size, font-family; </a:t>
            </a:r>
            <a:endParaRPr lang="ru-RU" sz="4000" b="1" i="1" dirty="0">
              <a:ln w="50800"/>
              <a:solidFill>
                <a:schemeClr val="bg1">
                  <a:shade val="50000"/>
                </a:schemeClr>
              </a:solidFill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251520" y="1772816"/>
            <a:ext cx="8640960" cy="2862322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fontAlgn="base"/>
            <a:r>
              <a:rPr lang="ru-RU" sz="20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Было  -  </a:t>
            </a:r>
            <a:r>
              <a:rPr lang="en-US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&lt;font color="red" face="</a:t>
            </a:r>
            <a:r>
              <a:rPr lang="en-US" sz="20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arial</a:t>
            </a:r>
            <a:r>
              <a:rPr lang="en-US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" size ="2"&gt; </a:t>
            </a:r>
            <a:r>
              <a:rPr lang="en-US" sz="20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текст</a:t>
            </a:r>
            <a:r>
              <a:rPr lang="en-US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&lt;/font&gt;</a:t>
            </a:r>
          </a:p>
          <a:p>
            <a:pPr fontAlgn="base"/>
            <a:endParaRPr lang="en-US" sz="2000" b="1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pPr fontAlgn="base"/>
            <a:r>
              <a:rPr lang="ru-RU" sz="20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Стало – </a:t>
            </a:r>
            <a:r>
              <a:rPr lang="en-US" sz="20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style=“</a:t>
            </a:r>
          </a:p>
          <a:p>
            <a:pPr fontAlgn="base"/>
            <a:r>
              <a:rPr lang="en-US" sz="20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color: red;</a:t>
            </a:r>
            <a:r>
              <a:rPr lang="ru-RU" sz="20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/*</a:t>
            </a:r>
            <a:r>
              <a:rPr lang="en-US" sz="20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</a:t>
            </a:r>
            <a:r>
              <a:rPr lang="ru-RU" sz="20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- цвет шрифта */</a:t>
            </a:r>
            <a:endParaRPr lang="en-US" sz="2000" b="1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pPr fontAlgn="base"/>
            <a:r>
              <a:rPr lang="en-US" sz="20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font-</a:t>
            </a:r>
            <a:r>
              <a:rPr lang="en-US" sz="2000" b="1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famaly</a:t>
            </a:r>
            <a:r>
              <a:rPr lang="en-US" sz="20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: </a:t>
            </a:r>
            <a:r>
              <a:rPr lang="en-US" sz="2000" b="1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arial</a:t>
            </a:r>
            <a:r>
              <a:rPr lang="en-US" sz="20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;</a:t>
            </a:r>
            <a:r>
              <a:rPr lang="ru-RU" sz="20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/* - семейство шрифта */</a:t>
            </a:r>
            <a:endParaRPr lang="en-US" sz="2000" b="1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pPr fontAlgn="base"/>
            <a:r>
              <a:rPr lang="en-US" sz="20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font-size: 18px;</a:t>
            </a:r>
            <a:r>
              <a:rPr lang="ru-RU" sz="20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/* - размер шрифта */</a:t>
            </a:r>
          </a:p>
          <a:p>
            <a:pPr fontAlgn="base"/>
            <a:r>
              <a:rPr lang="en-US" sz="20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/* </a:t>
            </a:r>
            <a:r>
              <a:rPr lang="ru-RU" sz="20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Дополнительно */</a:t>
            </a:r>
            <a:endParaRPr lang="en-US" sz="2000" b="1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pPr fontAlgn="base"/>
            <a:r>
              <a:rPr lang="en-US" sz="20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font-style: italic;</a:t>
            </a:r>
            <a:r>
              <a:rPr lang="ru-RU" sz="20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/* - начертание  шрифта  */</a:t>
            </a:r>
            <a:endParaRPr lang="en-US" sz="2000" b="1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pPr fontAlgn="base"/>
            <a:r>
              <a:rPr lang="en-US" sz="20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font-weight: bold;</a:t>
            </a:r>
            <a:r>
              <a:rPr lang="ru-RU" sz="20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/* - насыщенность шрифта */ </a:t>
            </a:r>
            <a:r>
              <a:rPr lang="en-US" sz="20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”</a:t>
            </a:r>
            <a:endParaRPr lang="ru-RU" sz="2000" b="1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404664"/>
            <a:ext cx="8640960" cy="707886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r>
              <a:rPr lang="ru-RU" sz="4000" b="1" i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Свойства </a:t>
            </a:r>
            <a:r>
              <a:rPr lang="en-US" sz="4000" b="1" i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font-family;</a:t>
            </a:r>
            <a:endParaRPr lang="ru-RU" sz="4000" b="1" i="1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251520" y="1772817"/>
            <a:ext cx="8640960" cy="2246769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fontAlgn="base"/>
            <a:r>
              <a:rPr lang="ru-RU" sz="20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Было  - </a:t>
            </a:r>
            <a:r>
              <a:rPr lang="fr-FR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&lt;font face="monospace"&gt;текст&lt;/font&gt;</a:t>
            </a:r>
            <a:endParaRPr lang="en-US" sz="2000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pPr fontAlgn="base"/>
            <a:endParaRPr lang="en-US" sz="2000" b="1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pPr fontAlgn="base"/>
            <a:r>
              <a:rPr lang="ru-RU" sz="20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Стало – </a:t>
            </a:r>
            <a:r>
              <a:rPr lang="en-US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&lt;p style="font-</a:t>
            </a:r>
            <a:r>
              <a:rPr lang="en-US" sz="20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family:monospace</a:t>
            </a:r>
            <a:r>
              <a:rPr lang="en-US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;"&gt;</a:t>
            </a:r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Текст&lt;/</a:t>
            </a:r>
            <a:r>
              <a:rPr lang="en-US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p&gt;</a:t>
            </a:r>
          </a:p>
          <a:p>
            <a:pPr fontAlgn="base"/>
            <a:endParaRPr lang="en-US" sz="2000" b="1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pPr fontAlgn="base"/>
            <a:r>
              <a:rPr lang="en-US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&lt;span style="font-</a:t>
            </a:r>
            <a:r>
              <a:rPr lang="en-US" sz="20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family:arial</a:t>
            </a:r>
            <a:r>
              <a:rPr lang="en-US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;"&gt;</a:t>
            </a:r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текст</a:t>
            </a:r>
            <a:r>
              <a:rPr lang="en-US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&lt;/span&gt;</a:t>
            </a:r>
          </a:p>
          <a:p>
            <a:pPr fontAlgn="base"/>
            <a:endParaRPr lang="en-US" sz="2000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pPr fontAlgn="base"/>
            <a:endParaRPr lang="en-US" sz="2000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404664"/>
            <a:ext cx="8640960" cy="707886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r>
              <a:rPr lang="ru-RU" sz="4000" b="1" i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Свойства </a:t>
            </a:r>
            <a:r>
              <a:rPr lang="en-US" sz="4000" b="1" i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font-family;</a:t>
            </a:r>
            <a:endParaRPr lang="ru-RU" sz="4000" b="1" i="1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</p:txBody>
      </p:sp>
      <p:graphicFrame>
        <p:nvGraphicFramePr>
          <p:cNvPr id="4" name="Таблица 3"/>
          <p:cNvGraphicFramePr>
            <a:graphicFrameLocks noGrp="1"/>
          </p:cNvGraphicFramePr>
          <p:nvPr/>
        </p:nvGraphicFramePr>
        <p:xfrm>
          <a:off x="179512" y="1412776"/>
          <a:ext cx="8856984" cy="4896543"/>
        </p:xfrm>
        <a:graphic>
          <a:graphicData uri="http://schemas.openxmlformats.org/drawingml/2006/table">
            <a:tbl>
              <a:tblPr>
                <a:tableStyleId>{E8B1032C-EA38-4F05-BA0D-38AFFFC7BED3}</a:tableStyleId>
              </a:tblPr>
              <a:tblGrid>
                <a:gridCol w="176140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9558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43039">
                <a:tc>
                  <a:txBody>
                    <a:bodyPr/>
                    <a:lstStyle/>
                    <a:p>
                      <a:pPr fontAlgn="t"/>
                      <a:r>
                        <a:rPr lang="ru-RU" sz="1600" dirty="0">
                          <a:solidFill>
                            <a:schemeClr val="bg1"/>
                          </a:solidFill>
                        </a:rPr>
                        <a:t>Значения:</a:t>
                      </a:r>
                    </a:p>
                  </a:txBody>
                  <a:tcPr marL="82112" marR="82112" marT="43793" marB="43793"/>
                </a:tc>
                <a:tc>
                  <a:txBody>
                    <a:bodyPr/>
                    <a:lstStyle/>
                    <a:p>
                      <a:pPr fontAlgn="t"/>
                      <a:endParaRPr lang="ru-RU" sz="1600" dirty="0">
                        <a:solidFill>
                          <a:schemeClr val="bg1"/>
                        </a:solidFill>
                      </a:endParaRPr>
                    </a:p>
                  </a:txBody>
                  <a:tcPr marL="82112" marR="82112" marT="43793" marB="43793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89765">
                <a:tc>
                  <a:txBody>
                    <a:bodyPr/>
                    <a:lstStyle/>
                    <a:p>
                      <a:pPr fontAlgn="t"/>
                      <a:r>
                        <a:rPr lang="en-US" sz="1600" dirty="0">
                          <a:solidFill>
                            <a:schemeClr val="bg1"/>
                          </a:solidFill>
                        </a:rPr>
                        <a:t>family-name</a:t>
                      </a:r>
                    </a:p>
                  </a:txBody>
                  <a:tcPr marL="82112" marR="82112" marT="43793" marB="43793"/>
                </a:tc>
                <a:tc>
                  <a:txBody>
                    <a:bodyPr/>
                    <a:lstStyle/>
                    <a:p>
                      <a:pPr fontAlgn="t"/>
                      <a:r>
                        <a:rPr lang="ru-RU" sz="1600" dirty="0">
                          <a:solidFill>
                            <a:schemeClr val="bg1"/>
                          </a:solidFill>
                        </a:rPr>
                        <a:t>Название (имя) семейства шрифтов, например, </a:t>
                      </a:r>
                      <a:r>
                        <a:rPr lang="ru-RU" sz="1600" dirty="0" err="1">
                          <a:solidFill>
                            <a:schemeClr val="bg1"/>
                          </a:solidFill>
                        </a:rPr>
                        <a:t>Times</a:t>
                      </a:r>
                      <a:r>
                        <a:rPr lang="ru-RU" sz="1600" dirty="0">
                          <a:solidFill>
                            <a:schemeClr val="bg1"/>
                          </a:solidFill>
                        </a:rPr>
                        <a:t>, </a:t>
                      </a:r>
                      <a:r>
                        <a:rPr lang="ru-RU" sz="1600" dirty="0" err="1">
                          <a:solidFill>
                            <a:schemeClr val="bg1"/>
                          </a:solidFill>
                        </a:rPr>
                        <a:t>Courier</a:t>
                      </a:r>
                      <a:r>
                        <a:rPr lang="ru-RU" sz="1600" dirty="0">
                          <a:solidFill>
                            <a:schemeClr val="bg1"/>
                          </a:solidFill>
                        </a:rPr>
                        <a:t>, </a:t>
                      </a:r>
                      <a:r>
                        <a:rPr lang="ru-RU" sz="1600" dirty="0" err="1">
                          <a:solidFill>
                            <a:schemeClr val="bg1"/>
                          </a:solidFill>
                        </a:rPr>
                        <a:t>Arial</a:t>
                      </a:r>
                      <a:r>
                        <a:rPr lang="ru-RU" sz="1600" dirty="0">
                          <a:solidFill>
                            <a:schemeClr val="bg1"/>
                          </a:solidFill>
                        </a:rPr>
                        <a:t>. Рекомендуется указывать вместе с базовым семейством.</a:t>
                      </a:r>
                    </a:p>
                  </a:txBody>
                  <a:tcPr marL="82112" marR="82112" marT="43793" marB="43793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77661">
                <a:tc>
                  <a:txBody>
                    <a:bodyPr/>
                    <a:lstStyle/>
                    <a:p>
                      <a:pPr fontAlgn="t"/>
                      <a:r>
                        <a:rPr lang="en-US" sz="1600">
                          <a:solidFill>
                            <a:schemeClr val="bg1"/>
                          </a:solidFill>
                        </a:rPr>
                        <a:t>generic-family</a:t>
                      </a:r>
                    </a:p>
                  </a:txBody>
                  <a:tcPr marL="82112" marR="82112" marT="43793" marB="43793"/>
                </a:tc>
                <a:tc>
                  <a:txBody>
                    <a:bodyPr/>
                    <a:lstStyle/>
                    <a:p>
                      <a:pPr fontAlgn="t"/>
                      <a:r>
                        <a:rPr lang="ru-RU" sz="1600" dirty="0">
                          <a:solidFill>
                            <a:schemeClr val="bg1"/>
                          </a:solidFill>
                        </a:rPr>
                        <a:t>Базовое семейство. </a:t>
                      </a:r>
                      <a:r>
                        <a:rPr lang="en-US" sz="1600" dirty="0">
                          <a:solidFill>
                            <a:schemeClr val="bg1"/>
                          </a:solidFill>
                        </a:rPr>
                        <a:t>CSS </a:t>
                      </a:r>
                      <a:r>
                        <a:rPr lang="ru-RU" sz="1600" dirty="0">
                          <a:solidFill>
                            <a:schemeClr val="bg1"/>
                          </a:solidFill>
                        </a:rPr>
                        <a:t>определяет пять базовых семейств шрифтов:</a:t>
                      </a:r>
                      <a:br>
                        <a:rPr lang="ru-RU" sz="1600" dirty="0">
                          <a:solidFill>
                            <a:schemeClr val="bg1"/>
                          </a:solidFill>
                        </a:rPr>
                      </a:br>
                      <a:r>
                        <a:rPr lang="ru-RU" sz="1600" dirty="0">
                          <a:solidFill>
                            <a:schemeClr val="bg1"/>
                          </a:solidFill>
                        </a:rPr>
                        <a:t>Шрифты с засечками — </a:t>
                      </a:r>
                      <a:r>
                        <a:rPr lang="en-US" sz="1600" dirty="0">
                          <a:solidFill>
                            <a:schemeClr val="bg1"/>
                          </a:solidFill>
                        </a:rPr>
                        <a:t>Serif (Times New Roman, Times, Garamond, Georgia)</a:t>
                      </a:r>
                      <a:br>
                        <a:rPr lang="en-US" sz="1600" dirty="0">
                          <a:solidFill>
                            <a:schemeClr val="bg1"/>
                          </a:solidFill>
                        </a:rPr>
                      </a:br>
                      <a:r>
                        <a:rPr lang="ru-RU" sz="1600" dirty="0">
                          <a:solidFill>
                            <a:schemeClr val="bg1"/>
                          </a:solidFill>
                        </a:rPr>
                        <a:t>Рубленые шрифты — </a:t>
                      </a:r>
                      <a:r>
                        <a:rPr lang="en-US" sz="1600" dirty="0">
                          <a:solidFill>
                            <a:schemeClr val="bg1"/>
                          </a:solidFill>
                        </a:rPr>
                        <a:t>Sans-serif (Helvetica, Geneva, Arial, Verdana, Trebuchet, </a:t>
                      </a:r>
                      <a:r>
                        <a:rPr lang="en-US" sz="1600" dirty="0" err="1">
                          <a:solidFill>
                            <a:schemeClr val="bg1"/>
                          </a:solidFill>
                        </a:rPr>
                        <a:t>Univers</a:t>
                      </a:r>
                      <a:r>
                        <a:rPr lang="en-US" sz="1600" dirty="0">
                          <a:solidFill>
                            <a:schemeClr val="bg1"/>
                          </a:solidFill>
                        </a:rPr>
                        <a:t>)</a:t>
                      </a:r>
                      <a:br>
                        <a:rPr lang="en-US" sz="1600" dirty="0">
                          <a:solidFill>
                            <a:schemeClr val="bg1"/>
                          </a:solidFill>
                        </a:rPr>
                      </a:br>
                      <a:r>
                        <a:rPr lang="ru-RU" sz="1600" dirty="0" err="1">
                          <a:solidFill>
                            <a:schemeClr val="bg1"/>
                          </a:solidFill>
                        </a:rPr>
                        <a:t>Моноширинные</a:t>
                      </a:r>
                      <a:r>
                        <a:rPr lang="ru-RU" sz="1600" dirty="0">
                          <a:solidFill>
                            <a:schemeClr val="bg1"/>
                          </a:solidFill>
                        </a:rPr>
                        <a:t> шрифты — </a:t>
                      </a:r>
                      <a:r>
                        <a:rPr lang="en-US" sz="1600" dirty="0" err="1">
                          <a:solidFill>
                            <a:schemeClr val="bg1"/>
                          </a:solidFill>
                        </a:rPr>
                        <a:t>Monospace</a:t>
                      </a:r>
                      <a:r>
                        <a:rPr lang="en-US" sz="1600" dirty="0">
                          <a:solidFill>
                            <a:schemeClr val="bg1"/>
                          </a:solidFill>
                        </a:rPr>
                        <a:t> (Courier, Courier New, </a:t>
                      </a:r>
                      <a:r>
                        <a:rPr lang="en-US" sz="1600" dirty="0" err="1">
                          <a:solidFill>
                            <a:schemeClr val="bg1"/>
                          </a:solidFill>
                        </a:rPr>
                        <a:t>Andele</a:t>
                      </a:r>
                      <a:r>
                        <a:rPr lang="en-US" sz="1600" dirty="0">
                          <a:solidFill>
                            <a:schemeClr val="bg1"/>
                          </a:solidFill>
                        </a:rPr>
                        <a:t> Mono)</a:t>
                      </a:r>
                      <a:br>
                        <a:rPr lang="en-US" sz="1600" dirty="0">
                          <a:solidFill>
                            <a:schemeClr val="bg1"/>
                          </a:solidFill>
                        </a:rPr>
                      </a:br>
                      <a:r>
                        <a:rPr lang="ru-RU" sz="1600" dirty="0">
                          <a:solidFill>
                            <a:schemeClr val="bg1"/>
                          </a:solidFill>
                        </a:rPr>
                        <a:t>Рукописные шрифты — </a:t>
                      </a:r>
                      <a:r>
                        <a:rPr lang="en-US" sz="1600" dirty="0">
                          <a:solidFill>
                            <a:schemeClr val="bg1"/>
                          </a:solidFill>
                        </a:rPr>
                        <a:t>Cursive (Comic Sans, </a:t>
                      </a:r>
                      <a:r>
                        <a:rPr lang="en-US" sz="1600" dirty="0" err="1">
                          <a:solidFill>
                            <a:schemeClr val="bg1"/>
                          </a:solidFill>
                        </a:rPr>
                        <a:t>Gabriola</a:t>
                      </a:r>
                      <a:r>
                        <a:rPr lang="en-US" sz="1600" dirty="0">
                          <a:solidFill>
                            <a:schemeClr val="bg1"/>
                          </a:solidFill>
                        </a:rPr>
                        <a:t>, Monotype </a:t>
                      </a:r>
                      <a:r>
                        <a:rPr lang="en-US" sz="1600" dirty="0" err="1">
                          <a:solidFill>
                            <a:schemeClr val="bg1"/>
                          </a:solidFill>
                        </a:rPr>
                        <a:t>Corsiva</a:t>
                      </a:r>
                      <a:r>
                        <a:rPr lang="en-US" sz="1600" dirty="0">
                          <a:solidFill>
                            <a:schemeClr val="bg1"/>
                          </a:solidFill>
                        </a:rPr>
                        <a:t>, Author, Zapf Chancery)</a:t>
                      </a:r>
                      <a:br>
                        <a:rPr lang="en-US" sz="1600" dirty="0">
                          <a:solidFill>
                            <a:schemeClr val="bg1"/>
                          </a:solidFill>
                        </a:rPr>
                      </a:br>
                      <a:r>
                        <a:rPr lang="ru-RU" sz="1600" dirty="0">
                          <a:solidFill>
                            <a:schemeClr val="bg1"/>
                          </a:solidFill>
                        </a:rPr>
                        <a:t>Аллегорические шрифты (</a:t>
                      </a:r>
                      <a:r>
                        <a:rPr lang="en-US" sz="1600" dirty="0">
                          <a:solidFill>
                            <a:schemeClr val="bg1"/>
                          </a:solidFill>
                        </a:rPr>
                        <a:t>Western, Woodblock, </a:t>
                      </a:r>
                      <a:r>
                        <a:rPr lang="en-US" sz="1600" dirty="0" err="1">
                          <a:solidFill>
                            <a:schemeClr val="bg1"/>
                          </a:solidFill>
                        </a:rPr>
                        <a:t>Klingon</a:t>
                      </a:r>
                      <a:r>
                        <a:rPr lang="en-US" sz="1600" dirty="0">
                          <a:solidFill>
                            <a:schemeClr val="bg1"/>
                          </a:solidFill>
                        </a:rPr>
                        <a:t>)</a:t>
                      </a:r>
                    </a:p>
                  </a:txBody>
                  <a:tcPr marL="82112" marR="82112" marT="43793" marB="43793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3039">
                <a:tc>
                  <a:txBody>
                    <a:bodyPr/>
                    <a:lstStyle/>
                    <a:p>
                      <a:pPr fontAlgn="t"/>
                      <a:r>
                        <a:rPr lang="en-US" sz="1600">
                          <a:solidFill>
                            <a:schemeClr val="bg1"/>
                          </a:solidFill>
                        </a:rPr>
                        <a:t>initial</a:t>
                      </a:r>
                    </a:p>
                  </a:txBody>
                  <a:tcPr marL="82112" marR="82112" marT="43793" marB="43793"/>
                </a:tc>
                <a:tc>
                  <a:txBody>
                    <a:bodyPr/>
                    <a:lstStyle/>
                    <a:p>
                      <a:pPr fontAlgn="t"/>
                      <a:r>
                        <a:rPr lang="ru-RU" sz="1600" dirty="0">
                          <a:solidFill>
                            <a:schemeClr val="bg1"/>
                          </a:solidFill>
                        </a:rPr>
                        <a:t>Устанавливает значение свойства в значение по умолчанию.</a:t>
                      </a:r>
                    </a:p>
                  </a:txBody>
                  <a:tcPr marL="82112" marR="82112" marT="43793" marB="43793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3039">
                <a:tc>
                  <a:txBody>
                    <a:bodyPr/>
                    <a:lstStyle/>
                    <a:p>
                      <a:pPr fontAlgn="t"/>
                      <a:r>
                        <a:rPr lang="en-US" sz="1600" dirty="0">
                          <a:solidFill>
                            <a:schemeClr val="bg1"/>
                          </a:solidFill>
                        </a:rPr>
                        <a:t>inherit</a:t>
                      </a:r>
                    </a:p>
                  </a:txBody>
                  <a:tcPr marL="82112" marR="82112" marT="43793" marB="43793"/>
                </a:tc>
                <a:tc>
                  <a:txBody>
                    <a:bodyPr/>
                    <a:lstStyle/>
                    <a:p>
                      <a:pPr fontAlgn="t"/>
                      <a:r>
                        <a:rPr lang="ru-RU" sz="1600" dirty="0">
                          <a:solidFill>
                            <a:schemeClr val="bg1"/>
                          </a:solidFill>
                        </a:rPr>
                        <a:t>Наследует значение свойства от родительского элемента.</a:t>
                      </a:r>
                    </a:p>
                  </a:txBody>
                  <a:tcPr marL="82112" marR="82112" marT="43793" marB="43793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404664"/>
            <a:ext cx="8640960" cy="707886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r>
              <a:rPr lang="ru-RU" sz="4000" b="1" i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Тег</a:t>
            </a:r>
            <a:r>
              <a:rPr lang="en-US" sz="4000" b="1" i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&lt;b&gt;</a:t>
            </a:r>
            <a:r>
              <a:rPr lang="ru-RU" sz="4000" b="1" i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– свойства </a:t>
            </a:r>
            <a:r>
              <a:rPr lang="en-US" sz="4000" b="1" i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font-weight;</a:t>
            </a:r>
            <a:endParaRPr lang="ru-RU" sz="4000" b="1" i="1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251520" y="1772816"/>
            <a:ext cx="8640960" cy="1631216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fontAlgn="base"/>
            <a:r>
              <a:rPr lang="ru-RU" sz="20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Было  -  </a:t>
            </a:r>
            <a:r>
              <a:rPr lang="en-US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&lt;b&gt;</a:t>
            </a:r>
            <a:r>
              <a:rPr lang="en-US" sz="20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текст</a:t>
            </a:r>
            <a:r>
              <a:rPr lang="en-US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&lt;/b&gt;</a:t>
            </a:r>
          </a:p>
          <a:p>
            <a:pPr fontAlgn="base"/>
            <a:endParaRPr lang="en-US" sz="2000" b="1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pPr fontAlgn="base"/>
            <a:r>
              <a:rPr lang="ru-RU" sz="20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Стало – </a:t>
            </a:r>
            <a:r>
              <a:rPr lang="en-US" sz="20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style=“font-weight: bold;</a:t>
            </a:r>
            <a:r>
              <a:rPr lang="ru-RU" sz="20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/* - насыщенность шрифта */ </a:t>
            </a:r>
            <a:r>
              <a:rPr lang="en-US" sz="20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”</a:t>
            </a:r>
          </a:p>
          <a:p>
            <a:pPr fontAlgn="base"/>
            <a:endParaRPr lang="en-US" sz="2000" b="1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pPr fontAlgn="base"/>
            <a:r>
              <a:rPr lang="en-US" sz="20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&lt;span style=“font-</a:t>
            </a:r>
            <a:r>
              <a:rPr lang="en-US" sz="2000" b="1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weight:bold</a:t>
            </a:r>
            <a:r>
              <a:rPr lang="en-US" sz="20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;”&gt;</a:t>
            </a:r>
            <a:r>
              <a:rPr lang="ru-RU" sz="20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текст</a:t>
            </a:r>
            <a:r>
              <a:rPr lang="en-US" sz="20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&lt;/span&gt;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404664"/>
            <a:ext cx="8640960" cy="707886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r>
              <a:rPr lang="ru-RU" sz="4000" b="1" i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Тег</a:t>
            </a:r>
            <a:r>
              <a:rPr lang="en-US" sz="4000" b="1" i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&lt;b&gt;</a:t>
            </a:r>
            <a:r>
              <a:rPr lang="ru-RU" sz="4000" b="1" i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– свойства </a:t>
            </a:r>
            <a:r>
              <a:rPr lang="en-US" sz="4000" b="1" i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font-weight;</a:t>
            </a:r>
            <a:endParaRPr lang="ru-RU" sz="4000" b="1" i="1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</p:txBody>
      </p:sp>
      <p:graphicFrame>
        <p:nvGraphicFramePr>
          <p:cNvPr id="4" name="Таблица 3"/>
          <p:cNvGraphicFramePr>
            <a:graphicFrameLocks noGrp="1"/>
          </p:cNvGraphicFramePr>
          <p:nvPr/>
        </p:nvGraphicFramePr>
        <p:xfrm>
          <a:off x="251520" y="1338008"/>
          <a:ext cx="8640960" cy="4669664"/>
        </p:xfrm>
        <a:graphic>
          <a:graphicData uri="http://schemas.openxmlformats.org/drawingml/2006/table">
            <a:tbl>
              <a:tblPr>
                <a:tableStyleId>{E8B1032C-EA38-4F05-BA0D-38AFFFC7BED3}</a:tableStyleId>
              </a:tblPr>
              <a:tblGrid>
                <a:gridCol w="171844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225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01523">
                <a:tc>
                  <a:txBody>
                    <a:bodyPr/>
                    <a:lstStyle/>
                    <a:p>
                      <a:pPr fontAlgn="t"/>
                      <a:r>
                        <a:rPr lang="ru-RU" sz="1600" dirty="0">
                          <a:solidFill>
                            <a:schemeClr val="bg1"/>
                          </a:solidFill>
                        </a:rPr>
                        <a:t>Значения:</a:t>
                      </a:r>
                    </a:p>
                  </a:txBody>
                  <a:tcPr marL="61452" marR="61452" marT="32774" marB="32774"/>
                </a:tc>
                <a:tc>
                  <a:txBody>
                    <a:bodyPr/>
                    <a:lstStyle/>
                    <a:p>
                      <a:pPr fontAlgn="t"/>
                      <a:endParaRPr lang="ru-RU" sz="1600">
                        <a:solidFill>
                          <a:schemeClr val="bg1"/>
                        </a:solidFill>
                      </a:endParaRPr>
                    </a:p>
                  </a:txBody>
                  <a:tcPr marL="61452" marR="61452" marT="32774" marB="32774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7497">
                <a:tc>
                  <a:txBody>
                    <a:bodyPr/>
                    <a:lstStyle/>
                    <a:p>
                      <a:pPr fontAlgn="t"/>
                      <a:r>
                        <a:rPr lang="en-US" sz="1600" dirty="0">
                          <a:solidFill>
                            <a:schemeClr val="bg1"/>
                          </a:solidFill>
                        </a:rPr>
                        <a:t>normal</a:t>
                      </a:r>
                    </a:p>
                  </a:txBody>
                  <a:tcPr marL="61452" marR="61452" marT="32774" marB="32774"/>
                </a:tc>
                <a:tc>
                  <a:txBody>
                    <a:bodyPr/>
                    <a:lstStyle/>
                    <a:p>
                      <a:pPr fontAlgn="t"/>
                      <a:r>
                        <a:rPr lang="ru-RU" sz="1600">
                          <a:solidFill>
                            <a:schemeClr val="bg1"/>
                          </a:solidFill>
                        </a:rPr>
                        <a:t>Значение по умолчанию, устанавливает нормальную насыщенность шрифта. Эквивалентно значению насыщенности, равной 400.</a:t>
                      </a:r>
                    </a:p>
                  </a:txBody>
                  <a:tcPr marL="61452" marR="61452" marT="32774" marB="32774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9510">
                <a:tc>
                  <a:txBody>
                    <a:bodyPr/>
                    <a:lstStyle/>
                    <a:p>
                      <a:pPr fontAlgn="t"/>
                      <a:r>
                        <a:rPr lang="en-US" sz="1600">
                          <a:solidFill>
                            <a:schemeClr val="bg1"/>
                          </a:solidFill>
                        </a:rPr>
                        <a:t>bold</a:t>
                      </a:r>
                    </a:p>
                  </a:txBody>
                  <a:tcPr marL="61452" marR="61452" marT="32774" marB="32774"/>
                </a:tc>
                <a:tc>
                  <a:txBody>
                    <a:bodyPr/>
                    <a:lstStyle/>
                    <a:p>
                      <a:pPr fontAlgn="t"/>
                      <a:r>
                        <a:rPr lang="ru-RU" sz="1600" dirty="0">
                          <a:solidFill>
                            <a:schemeClr val="bg1"/>
                          </a:solidFill>
                        </a:rPr>
                        <a:t>Делает шрифт текста полужирным. Эквивалентно значению насыщенности, равной 700.</a:t>
                      </a:r>
                    </a:p>
                  </a:txBody>
                  <a:tcPr marL="61452" marR="61452" marT="32774" marB="32774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1523">
                <a:tc>
                  <a:txBody>
                    <a:bodyPr/>
                    <a:lstStyle/>
                    <a:p>
                      <a:pPr fontAlgn="t"/>
                      <a:r>
                        <a:rPr lang="en-US" sz="1600">
                          <a:solidFill>
                            <a:schemeClr val="bg1"/>
                          </a:solidFill>
                        </a:rPr>
                        <a:t>bolder</a:t>
                      </a:r>
                    </a:p>
                  </a:txBody>
                  <a:tcPr marL="61452" marR="61452" marT="32774" marB="32774"/>
                </a:tc>
                <a:tc>
                  <a:txBody>
                    <a:bodyPr/>
                    <a:lstStyle/>
                    <a:p>
                      <a:pPr fontAlgn="t"/>
                      <a:r>
                        <a:rPr lang="ru-RU" sz="1600">
                          <a:solidFill>
                            <a:schemeClr val="bg1"/>
                          </a:solidFill>
                        </a:rPr>
                        <a:t>Насыщенность шрифта будет больше, чем у предка.</a:t>
                      </a:r>
                    </a:p>
                  </a:txBody>
                  <a:tcPr marL="61452" marR="61452" marT="32774" marB="32774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1523">
                <a:tc>
                  <a:txBody>
                    <a:bodyPr/>
                    <a:lstStyle/>
                    <a:p>
                      <a:pPr fontAlgn="t"/>
                      <a:r>
                        <a:rPr lang="en-US" sz="1600">
                          <a:solidFill>
                            <a:schemeClr val="bg1"/>
                          </a:solidFill>
                        </a:rPr>
                        <a:t>lighter</a:t>
                      </a:r>
                    </a:p>
                  </a:txBody>
                  <a:tcPr marL="61452" marR="61452" marT="32774" marB="32774"/>
                </a:tc>
                <a:tc>
                  <a:txBody>
                    <a:bodyPr/>
                    <a:lstStyle/>
                    <a:p>
                      <a:pPr fontAlgn="t"/>
                      <a:r>
                        <a:rPr lang="ru-RU" sz="1600">
                          <a:solidFill>
                            <a:schemeClr val="bg1"/>
                          </a:solidFill>
                        </a:rPr>
                        <a:t>Насыщенность шрифта будет меньше, чем у предка.</a:t>
                      </a:r>
                    </a:p>
                  </a:txBody>
                  <a:tcPr marL="61452" marR="61452" marT="32774" marB="32774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99380">
                <a:tc>
                  <a:txBody>
                    <a:bodyPr/>
                    <a:lstStyle/>
                    <a:p>
                      <a:pPr fontAlgn="t"/>
                      <a:r>
                        <a:rPr lang="ru-RU" sz="1600">
                          <a:solidFill>
                            <a:schemeClr val="bg1"/>
                          </a:solidFill>
                        </a:rPr>
                        <a:t>100, 200, 300, 400, 500, 600, 700, 800, 900</a:t>
                      </a:r>
                    </a:p>
                  </a:txBody>
                  <a:tcPr marL="61452" marR="61452" marT="32774" marB="32774"/>
                </a:tc>
                <a:tc>
                  <a:txBody>
                    <a:bodyPr/>
                    <a:lstStyle/>
                    <a:p>
                      <a:pPr fontAlgn="t"/>
                      <a:r>
                        <a:rPr lang="ru-RU" sz="1600">
                          <a:solidFill>
                            <a:schemeClr val="bg1"/>
                          </a:solidFill>
                        </a:rPr>
                        <a:t>Значение 100 соответствует самому легкому варианту начертания шрифта, а 900 — самому плотному. При этом, эти числа не определяют конкретной плотности, т.е. 100, 200, 300 и 400 могут соответствовать одному и тому же варианту слабой насыщенности начертания шрифта; 500 и 600 — средней насыщенности, а 700, 800 и 900 могут выводить одинаковое очень насыщенное начертание. Распределение плотности так же зависит от количества уровней насыщенности, определенных в конкретном семействе шрифтов.</a:t>
                      </a:r>
                    </a:p>
                  </a:txBody>
                  <a:tcPr marL="61452" marR="61452" marT="32774" marB="32774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01523">
                <a:tc>
                  <a:txBody>
                    <a:bodyPr/>
                    <a:lstStyle/>
                    <a:p>
                      <a:pPr fontAlgn="t"/>
                      <a:r>
                        <a:rPr lang="en-US" sz="1600" dirty="0">
                          <a:solidFill>
                            <a:schemeClr val="bg1"/>
                          </a:solidFill>
                        </a:rPr>
                        <a:t>initial</a:t>
                      </a:r>
                    </a:p>
                  </a:txBody>
                  <a:tcPr marL="61452" marR="61452" marT="32774" marB="32774"/>
                </a:tc>
                <a:tc>
                  <a:txBody>
                    <a:bodyPr/>
                    <a:lstStyle/>
                    <a:p>
                      <a:pPr fontAlgn="t"/>
                      <a:r>
                        <a:rPr lang="ru-RU" sz="1600">
                          <a:solidFill>
                            <a:schemeClr val="bg1"/>
                          </a:solidFill>
                        </a:rPr>
                        <a:t>Устанавливает значение свойства в значение по умолчанию.</a:t>
                      </a:r>
                    </a:p>
                  </a:txBody>
                  <a:tcPr marL="61452" marR="61452" marT="32774" marB="32774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01523">
                <a:tc>
                  <a:txBody>
                    <a:bodyPr/>
                    <a:lstStyle/>
                    <a:p>
                      <a:pPr fontAlgn="t"/>
                      <a:r>
                        <a:rPr lang="en-US" sz="1600">
                          <a:solidFill>
                            <a:schemeClr val="bg1"/>
                          </a:solidFill>
                        </a:rPr>
                        <a:t>inherit</a:t>
                      </a:r>
                    </a:p>
                  </a:txBody>
                  <a:tcPr marL="61452" marR="61452" marT="32774" marB="32774"/>
                </a:tc>
                <a:tc>
                  <a:txBody>
                    <a:bodyPr/>
                    <a:lstStyle/>
                    <a:p>
                      <a:pPr fontAlgn="t"/>
                      <a:r>
                        <a:rPr lang="ru-RU" sz="1600" dirty="0">
                          <a:solidFill>
                            <a:schemeClr val="bg1"/>
                          </a:solidFill>
                        </a:rPr>
                        <a:t>Наследует значение свойства от родительского элемента.</a:t>
                      </a:r>
                    </a:p>
                  </a:txBody>
                  <a:tcPr marL="61452" marR="61452" marT="32774" marB="32774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404664"/>
            <a:ext cx="8640960" cy="707886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r>
              <a:rPr lang="ru-RU" sz="4000" b="1" i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Тег</a:t>
            </a:r>
            <a:r>
              <a:rPr lang="en-US" sz="4000" b="1" i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&lt;</a:t>
            </a:r>
            <a:r>
              <a:rPr lang="en-US" sz="4000" b="1" i="1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i</a:t>
            </a:r>
            <a:r>
              <a:rPr lang="en-US" sz="4000" b="1" i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&gt;</a:t>
            </a:r>
            <a:r>
              <a:rPr lang="ru-RU" sz="4000" b="1" i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– свойства </a:t>
            </a:r>
            <a:r>
              <a:rPr lang="en-US" sz="4000" b="1" i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font-style</a:t>
            </a:r>
            <a:endParaRPr lang="ru-RU" sz="4000" b="1" i="1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51520" y="1772816"/>
            <a:ext cx="8640960" cy="1631216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fontAlgn="base"/>
            <a:r>
              <a:rPr lang="ru-RU" sz="20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Было  -  </a:t>
            </a:r>
            <a:r>
              <a:rPr lang="en-US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</a:t>
            </a:r>
            <a:r>
              <a:rPr lang="en-US" sz="20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i</a:t>
            </a:r>
            <a:r>
              <a:rPr lang="en-US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&gt;</a:t>
            </a:r>
            <a:r>
              <a:rPr lang="en-US" sz="20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текст</a:t>
            </a:r>
            <a:r>
              <a:rPr lang="en-US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&lt;/</a:t>
            </a:r>
            <a:r>
              <a:rPr lang="en-US" sz="20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i</a:t>
            </a:r>
            <a:r>
              <a:rPr lang="en-US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&gt;</a:t>
            </a:r>
          </a:p>
          <a:p>
            <a:pPr fontAlgn="base"/>
            <a:endParaRPr lang="en-US" sz="2000" b="1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pPr fontAlgn="base"/>
            <a:r>
              <a:rPr lang="ru-RU" sz="20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Стало – </a:t>
            </a:r>
            <a:r>
              <a:rPr lang="en-US" sz="20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style=“font-style: italic;</a:t>
            </a:r>
            <a:r>
              <a:rPr lang="ru-RU" sz="20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/* - начертание  шрифта  */</a:t>
            </a:r>
            <a:r>
              <a:rPr lang="en-US" sz="20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”</a:t>
            </a:r>
          </a:p>
          <a:p>
            <a:pPr fontAlgn="base"/>
            <a:endParaRPr lang="en-US" sz="2000" b="1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pPr fontAlgn="base"/>
            <a:r>
              <a:rPr lang="en-US" sz="20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&lt;span style=“font-style: italic;”&gt;</a:t>
            </a:r>
            <a:r>
              <a:rPr lang="ru-RU" sz="20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текст</a:t>
            </a:r>
            <a:r>
              <a:rPr lang="en-US" sz="20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&lt;/span&gt;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404664"/>
            <a:ext cx="8640960" cy="707886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r>
              <a:rPr lang="ru-RU" sz="4000" b="1" i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Тег</a:t>
            </a:r>
            <a:r>
              <a:rPr lang="en-US" sz="4000" b="1" i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&lt;</a:t>
            </a:r>
            <a:r>
              <a:rPr lang="en-US" sz="4000" b="1" i="1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i</a:t>
            </a:r>
            <a:r>
              <a:rPr lang="en-US" sz="4000" b="1" i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&gt;</a:t>
            </a:r>
            <a:r>
              <a:rPr lang="ru-RU" sz="4000" b="1" i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– свойства </a:t>
            </a:r>
            <a:r>
              <a:rPr lang="en-US" sz="4000" b="1" i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font-style</a:t>
            </a:r>
            <a:endParaRPr lang="ru-RU" sz="4000" b="1" i="1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</p:txBody>
      </p:sp>
      <p:graphicFrame>
        <p:nvGraphicFramePr>
          <p:cNvPr id="6" name="Таблица 5"/>
          <p:cNvGraphicFramePr>
            <a:graphicFrameLocks noGrp="1"/>
          </p:cNvGraphicFramePr>
          <p:nvPr/>
        </p:nvGraphicFramePr>
        <p:xfrm>
          <a:off x="251520" y="1654366"/>
          <a:ext cx="8640960" cy="3751488"/>
        </p:xfrm>
        <a:graphic>
          <a:graphicData uri="http://schemas.openxmlformats.org/drawingml/2006/table">
            <a:tbl>
              <a:tblPr>
                <a:tableStyleId>{E8B1032C-EA38-4F05-BA0D-38AFFFC7BED3}</a:tableStyleId>
              </a:tblPr>
              <a:tblGrid>
                <a:gridCol w="171844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2251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25248">
                <a:tc>
                  <a:txBody>
                    <a:bodyPr/>
                    <a:lstStyle/>
                    <a:p>
                      <a:pPr fontAlgn="t"/>
                      <a:r>
                        <a:rPr lang="ru-RU" sz="1600" dirty="0">
                          <a:solidFill>
                            <a:schemeClr val="bg1"/>
                          </a:solidFill>
                        </a:rPr>
                        <a:t>Значения:</a:t>
                      </a:r>
                    </a:p>
                  </a:txBody>
                  <a:tcPr marL="128970" marR="128970" marT="68784" marB="68784"/>
                </a:tc>
                <a:tc>
                  <a:txBody>
                    <a:bodyPr/>
                    <a:lstStyle/>
                    <a:p>
                      <a:pPr fontAlgn="t"/>
                      <a:endParaRPr lang="ru-RU" sz="1600" dirty="0">
                        <a:solidFill>
                          <a:schemeClr val="bg1"/>
                        </a:solidFill>
                      </a:endParaRPr>
                    </a:p>
                  </a:txBody>
                  <a:tcPr marL="128970" marR="128970" marT="68784" marB="68784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25248">
                <a:tc>
                  <a:txBody>
                    <a:bodyPr/>
                    <a:lstStyle/>
                    <a:p>
                      <a:pPr fontAlgn="t"/>
                      <a:r>
                        <a:rPr lang="en-US" sz="1600">
                          <a:solidFill>
                            <a:schemeClr val="bg1"/>
                          </a:solidFill>
                        </a:rPr>
                        <a:t>normal</a:t>
                      </a:r>
                    </a:p>
                  </a:txBody>
                  <a:tcPr marL="128970" marR="128970" marT="68784" marB="68784"/>
                </a:tc>
                <a:tc>
                  <a:txBody>
                    <a:bodyPr/>
                    <a:lstStyle/>
                    <a:p>
                      <a:pPr fontAlgn="t"/>
                      <a:r>
                        <a:rPr lang="ru-RU" sz="1600" dirty="0">
                          <a:solidFill>
                            <a:schemeClr val="bg1"/>
                          </a:solidFill>
                        </a:rPr>
                        <a:t>Значение по умолчанию, устанавливает для текста обычное начертание шрифта.</a:t>
                      </a:r>
                    </a:p>
                  </a:txBody>
                  <a:tcPr marL="128970" marR="128970" marT="68784" marB="68784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5248">
                <a:tc>
                  <a:txBody>
                    <a:bodyPr/>
                    <a:lstStyle/>
                    <a:p>
                      <a:pPr fontAlgn="t"/>
                      <a:r>
                        <a:rPr lang="en-US" sz="1600">
                          <a:solidFill>
                            <a:schemeClr val="bg1"/>
                          </a:solidFill>
                        </a:rPr>
                        <a:t>italic</a:t>
                      </a:r>
                    </a:p>
                  </a:txBody>
                  <a:tcPr marL="128970" marR="128970" marT="68784" marB="68784"/>
                </a:tc>
                <a:tc>
                  <a:txBody>
                    <a:bodyPr/>
                    <a:lstStyle/>
                    <a:p>
                      <a:pPr fontAlgn="t"/>
                      <a:r>
                        <a:rPr lang="ru-RU" sz="1600">
                          <a:solidFill>
                            <a:schemeClr val="bg1"/>
                          </a:solidFill>
                        </a:rPr>
                        <a:t>Выделяет текст курсивом.</a:t>
                      </a:r>
                    </a:p>
                  </a:txBody>
                  <a:tcPr marL="128970" marR="128970" marT="68784" marB="68784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25248">
                <a:tc>
                  <a:txBody>
                    <a:bodyPr/>
                    <a:lstStyle/>
                    <a:p>
                      <a:pPr fontAlgn="t"/>
                      <a:r>
                        <a:rPr lang="en-US" sz="1600" dirty="0">
                          <a:solidFill>
                            <a:schemeClr val="bg1"/>
                          </a:solidFill>
                        </a:rPr>
                        <a:t>oblique</a:t>
                      </a:r>
                    </a:p>
                  </a:txBody>
                  <a:tcPr marL="128970" marR="128970" marT="68784" marB="68784"/>
                </a:tc>
                <a:tc>
                  <a:txBody>
                    <a:bodyPr/>
                    <a:lstStyle/>
                    <a:p>
                      <a:pPr fontAlgn="t"/>
                      <a:r>
                        <a:rPr lang="ru-RU" sz="1600">
                          <a:solidFill>
                            <a:schemeClr val="bg1"/>
                          </a:solidFill>
                        </a:rPr>
                        <a:t>Устанавливает наклонное начертание шрифта.</a:t>
                      </a:r>
                    </a:p>
                  </a:txBody>
                  <a:tcPr marL="128970" marR="128970" marT="68784" marB="68784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25248">
                <a:tc>
                  <a:txBody>
                    <a:bodyPr/>
                    <a:lstStyle/>
                    <a:p>
                      <a:pPr fontAlgn="t"/>
                      <a:r>
                        <a:rPr lang="en-US" sz="1600">
                          <a:solidFill>
                            <a:schemeClr val="bg1"/>
                          </a:solidFill>
                        </a:rPr>
                        <a:t>initial</a:t>
                      </a:r>
                    </a:p>
                  </a:txBody>
                  <a:tcPr marL="128970" marR="128970" marT="68784" marB="68784"/>
                </a:tc>
                <a:tc>
                  <a:txBody>
                    <a:bodyPr/>
                    <a:lstStyle/>
                    <a:p>
                      <a:pPr fontAlgn="t"/>
                      <a:r>
                        <a:rPr lang="ru-RU" sz="1600">
                          <a:solidFill>
                            <a:schemeClr val="bg1"/>
                          </a:solidFill>
                        </a:rPr>
                        <a:t>Устанавливает значение свойства в значение по умолчанию.</a:t>
                      </a:r>
                    </a:p>
                  </a:txBody>
                  <a:tcPr marL="128970" marR="128970" marT="68784" marB="68784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25248">
                <a:tc>
                  <a:txBody>
                    <a:bodyPr/>
                    <a:lstStyle/>
                    <a:p>
                      <a:pPr fontAlgn="t"/>
                      <a:r>
                        <a:rPr lang="en-US" sz="1600" dirty="0">
                          <a:solidFill>
                            <a:schemeClr val="bg1"/>
                          </a:solidFill>
                        </a:rPr>
                        <a:t>inherit</a:t>
                      </a:r>
                    </a:p>
                  </a:txBody>
                  <a:tcPr marL="128970" marR="128970" marT="68784" marB="68784"/>
                </a:tc>
                <a:tc>
                  <a:txBody>
                    <a:bodyPr/>
                    <a:lstStyle/>
                    <a:p>
                      <a:pPr fontAlgn="t"/>
                      <a:r>
                        <a:rPr lang="ru-RU" sz="1600" dirty="0">
                          <a:solidFill>
                            <a:schemeClr val="bg1"/>
                          </a:solidFill>
                        </a:rPr>
                        <a:t>Наследует значение </a:t>
                      </a:r>
                      <a:r>
                        <a:rPr lang="ru-RU" sz="1600" dirty="0" smtClean="0">
                          <a:solidFill>
                            <a:schemeClr val="bg1"/>
                          </a:solidFill>
                        </a:rPr>
                        <a:t>свойства </a:t>
                      </a:r>
                      <a:r>
                        <a:rPr lang="ru-RU" sz="1600" dirty="0">
                          <a:solidFill>
                            <a:schemeClr val="bg1"/>
                          </a:solidFill>
                        </a:rPr>
                        <a:t>от родительского элемента.</a:t>
                      </a:r>
                    </a:p>
                  </a:txBody>
                  <a:tcPr marL="128970" marR="128970" marT="68784" marB="68784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404664"/>
            <a:ext cx="8640960" cy="1323439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r>
              <a:rPr lang="ru-RU" sz="4000" b="1" i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Тег</a:t>
            </a:r>
            <a:r>
              <a:rPr lang="en-US" sz="4000" b="1" i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&lt;u&gt;</a:t>
            </a:r>
            <a:r>
              <a:rPr lang="ru-RU" sz="4000" b="1" i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– свойства </a:t>
            </a:r>
            <a:r>
              <a:rPr lang="en-US" sz="4000" b="1" i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text-decoration</a:t>
            </a:r>
            <a:endParaRPr lang="ru-RU" sz="4000" b="1" i="1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51520" y="1772816"/>
            <a:ext cx="8640960" cy="1938992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fontAlgn="base"/>
            <a:r>
              <a:rPr lang="ru-RU" sz="20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Было  -  </a:t>
            </a:r>
            <a:r>
              <a:rPr lang="en-US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&lt;u&gt;</a:t>
            </a:r>
            <a:r>
              <a:rPr lang="en-US" sz="20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текст</a:t>
            </a:r>
            <a:r>
              <a:rPr lang="en-US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&lt;/u&gt;</a:t>
            </a:r>
          </a:p>
          <a:p>
            <a:pPr fontAlgn="base"/>
            <a:endParaRPr lang="en-US" sz="2000" b="1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pPr fontAlgn="base"/>
            <a:r>
              <a:rPr lang="ru-RU" sz="20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Стало – </a:t>
            </a:r>
            <a:r>
              <a:rPr lang="en-US" sz="20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style=“text-decoration:  underline;</a:t>
            </a:r>
            <a:r>
              <a:rPr lang="ru-RU" sz="20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/* - начертание  шрифта  */</a:t>
            </a:r>
            <a:r>
              <a:rPr lang="en-US" sz="20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”</a:t>
            </a:r>
          </a:p>
          <a:p>
            <a:pPr fontAlgn="base"/>
            <a:endParaRPr lang="en-US" sz="2000" b="1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pPr fontAlgn="base"/>
            <a:r>
              <a:rPr lang="en-US" sz="20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&lt;span style=“text-decoration:  underline;”&gt;</a:t>
            </a:r>
            <a:r>
              <a:rPr lang="ru-RU" sz="20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текст</a:t>
            </a:r>
            <a:r>
              <a:rPr lang="en-US" sz="20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&lt;/span&gt;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404664"/>
            <a:ext cx="8640960" cy="707886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r>
              <a:rPr lang="ru-RU" sz="4000" b="1" i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Тег</a:t>
            </a:r>
            <a:r>
              <a:rPr lang="en-US" sz="4000" b="1" i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&lt;vertical-align&gt;</a:t>
            </a:r>
            <a:endParaRPr lang="ru-RU" sz="4000" b="1" i="1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51520" y="1772816"/>
            <a:ext cx="8640960" cy="255454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fontAlgn="base"/>
            <a:r>
              <a:rPr lang="ru-RU" sz="20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Было  -  </a:t>
            </a:r>
            <a:r>
              <a:rPr lang="en-US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&lt;sup&gt;</a:t>
            </a:r>
            <a:r>
              <a:rPr lang="en-US" sz="20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текст</a:t>
            </a:r>
            <a:r>
              <a:rPr lang="en-US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&lt;/sup&gt; &lt;sub&gt;текст2&lt;/sub&gt;</a:t>
            </a:r>
          </a:p>
          <a:p>
            <a:pPr fontAlgn="base"/>
            <a:endParaRPr lang="en-US" sz="2000" b="1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pPr fontAlgn="base"/>
            <a:r>
              <a:rPr lang="ru-RU" sz="20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Стало – </a:t>
            </a:r>
            <a:r>
              <a:rPr lang="en-US" sz="20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style=“vertical-align: super;</a:t>
            </a:r>
            <a:r>
              <a:rPr lang="ru-RU" sz="20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/* - Выравнивает элемент по вертикали относительно своего родителя, окружающего текста или ячейки таблицы.  */</a:t>
            </a:r>
            <a:r>
              <a:rPr lang="en-US" sz="20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”</a:t>
            </a:r>
          </a:p>
          <a:p>
            <a:pPr fontAlgn="base"/>
            <a:endParaRPr lang="en-US" sz="2000" b="1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pPr fontAlgn="base"/>
            <a:r>
              <a:rPr lang="en-US" sz="20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&lt;p&gt;</a:t>
            </a:r>
            <a:r>
              <a:rPr lang="ru-RU" sz="20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Текст3Текст3Текст3&lt;</a:t>
            </a:r>
            <a:r>
              <a:rPr lang="en-US" sz="20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span style="vertical-align: super;"&gt;</a:t>
            </a:r>
            <a:r>
              <a:rPr lang="ru-RU" sz="20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Текст3&lt;/</a:t>
            </a:r>
            <a:r>
              <a:rPr lang="en-US" sz="20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span&gt;</a:t>
            </a:r>
            <a:r>
              <a:rPr lang="ru-RU" sz="20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Текст3Текст3&lt;/</a:t>
            </a:r>
            <a:r>
              <a:rPr lang="en-US" sz="20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p&gt;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404664"/>
            <a:ext cx="8640960" cy="1323439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r>
              <a:rPr lang="ru-RU" sz="4000" b="1" i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Атрибут </a:t>
            </a:r>
            <a:r>
              <a:rPr lang="en-US" sz="4000" b="1" i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align – </a:t>
            </a:r>
            <a:r>
              <a:rPr lang="ru-RU" sz="4000" b="1" i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свойства </a:t>
            </a:r>
            <a:r>
              <a:rPr lang="en-US" sz="4000" b="1" i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text-align</a:t>
            </a:r>
            <a:endParaRPr lang="ru-RU" sz="4000" b="1" i="1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51520" y="1772816"/>
            <a:ext cx="8640960" cy="255454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fontAlgn="base"/>
            <a:r>
              <a:rPr lang="ru-RU" sz="20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Было  - </a:t>
            </a:r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</a:t>
            </a:r>
            <a:r>
              <a:rPr lang="ru-RU" sz="20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p</a:t>
            </a:r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</a:t>
            </a:r>
            <a:r>
              <a:rPr lang="ru-RU" sz="20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align=</a:t>
            </a:r>
            <a:r>
              <a:rPr lang="en-US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“center</a:t>
            </a:r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"&gt;Текст3Текст3Текст3Текст3Текст3&lt;/</a:t>
            </a:r>
            <a:r>
              <a:rPr lang="ru-RU" sz="20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p</a:t>
            </a:r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&gt;</a:t>
            </a:r>
            <a:endParaRPr lang="en-US" sz="2000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pPr fontAlgn="base"/>
            <a:endParaRPr lang="en-US" sz="2000" b="1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pPr fontAlgn="base"/>
            <a:r>
              <a:rPr lang="ru-RU" sz="20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Стало – </a:t>
            </a:r>
            <a:r>
              <a:rPr lang="en-US" sz="20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style =“text-align: center;”</a:t>
            </a:r>
            <a:r>
              <a:rPr lang="ru-RU" sz="20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/* - Определяет горизонтальное выравнивание текста в пределах элемента.  */</a:t>
            </a:r>
            <a:r>
              <a:rPr lang="en-US" sz="20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”</a:t>
            </a:r>
          </a:p>
          <a:p>
            <a:pPr fontAlgn="base"/>
            <a:endParaRPr lang="en-US" sz="2000" b="1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pPr fontAlgn="base"/>
            <a:r>
              <a:rPr lang="en-US" sz="20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&lt;p </a:t>
            </a:r>
            <a:r>
              <a:rPr lang="en-US" sz="2000" b="1" smtClean="0">
                <a:ln w="50800"/>
                <a:solidFill>
                  <a:schemeClr val="bg1">
                    <a:shade val="50000"/>
                  </a:schemeClr>
                </a:solidFill>
              </a:rPr>
              <a:t>style="text-align</a:t>
            </a:r>
            <a:r>
              <a:rPr lang="en-US" sz="20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: center;"&gt; </a:t>
            </a:r>
            <a:r>
              <a:rPr lang="ru-RU" sz="20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Текст3Текст3Текст3Текст3Текст3Текст3&lt;/</a:t>
            </a:r>
            <a:r>
              <a:rPr lang="en-US" sz="20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p&gt;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404664"/>
            <a:ext cx="8640960" cy="1323439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r>
              <a:rPr lang="ru-RU" sz="4000" b="1" i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Атрибут </a:t>
            </a:r>
            <a:r>
              <a:rPr lang="en-US" sz="4000" b="1" i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align – </a:t>
            </a:r>
            <a:r>
              <a:rPr lang="ru-RU" sz="4000" b="1" i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свойства </a:t>
            </a:r>
            <a:r>
              <a:rPr lang="en-US" sz="4000" b="1" i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text-align</a:t>
            </a:r>
            <a:endParaRPr lang="ru-RU" sz="4000" b="1" i="1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51520" y="1772816"/>
            <a:ext cx="8640960" cy="3170099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fontAlgn="base"/>
            <a:r>
              <a:rPr lang="en-US" sz="20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font: font-style font-weight font-size/line-height font-family</a:t>
            </a:r>
            <a:endParaRPr lang="ru-RU" sz="2000" b="1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pPr fontAlgn="base"/>
            <a:endParaRPr lang="ru-RU" sz="2000" b="1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pPr fontAlgn="base"/>
            <a:r>
              <a:rPr lang="en-US" sz="20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p {font: italic bold 14px/</a:t>
            </a:r>
            <a:r>
              <a:rPr lang="ru-RU" sz="20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150%</a:t>
            </a:r>
            <a:r>
              <a:rPr lang="en-US" sz="20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Times;}</a:t>
            </a:r>
          </a:p>
          <a:p>
            <a:pPr fontAlgn="base"/>
            <a:endParaRPr lang="en-US" sz="2000" b="1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pPr fontAlgn="base"/>
            <a:r>
              <a:rPr lang="ru-RU" sz="20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!ВАЖНО – самое главное</a:t>
            </a:r>
            <a:r>
              <a:rPr lang="en-US" sz="20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font-size </a:t>
            </a:r>
            <a:r>
              <a:rPr lang="ru-RU" sz="20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и </a:t>
            </a:r>
            <a:r>
              <a:rPr lang="en-US" sz="20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font-family</a:t>
            </a:r>
            <a:r>
              <a:rPr lang="ru-RU" sz="20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.</a:t>
            </a:r>
          </a:p>
          <a:p>
            <a:pPr fontAlgn="base"/>
            <a:endParaRPr lang="ru-RU" sz="2000" b="1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pPr fontAlgn="base"/>
            <a:endParaRPr lang="ru-RU" sz="2000" b="1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pPr fontAlgn="base"/>
            <a:r>
              <a:rPr lang="en-US" sz="20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line-height</a:t>
            </a:r>
            <a:r>
              <a:rPr lang="ru-RU" sz="20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- межстрочный интервал</a:t>
            </a:r>
            <a:endParaRPr lang="en-US" sz="2000" b="1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pPr fontAlgn="base"/>
            <a:r>
              <a:rPr lang="en-US" sz="20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line-height: 150%;</a:t>
            </a:r>
            <a:endParaRPr lang="ru-RU" sz="2000" b="1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pPr fontAlgn="base"/>
            <a:endParaRPr lang="en-US" sz="2000" b="1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404664"/>
            <a:ext cx="8640960" cy="1200329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r>
              <a:rPr lang="ru-RU" sz="36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Дополнительные свойства CSS для форматирования текста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520" y="1772816"/>
            <a:ext cx="8640960" cy="400110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r>
              <a:rPr lang="ru-RU" sz="20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Расстояние между буквами </a:t>
            </a:r>
            <a:r>
              <a:rPr lang="en-US" sz="20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letter-spacing</a:t>
            </a:r>
            <a:endParaRPr lang="ru-RU" sz="2000" b="1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</p:txBody>
      </p:sp>
      <p:graphicFrame>
        <p:nvGraphicFramePr>
          <p:cNvPr id="6" name="Таблица 5"/>
          <p:cNvGraphicFramePr>
            <a:graphicFrameLocks noGrp="1"/>
          </p:cNvGraphicFramePr>
          <p:nvPr/>
        </p:nvGraphicFramePr>
        <p:xfrm>
          <a:off x="179512" y="2348880"/>
          <a:ext cx="8640960" cy="3075458"/>
        </p:xfrm>
        <a:graphic>
          <a:graphicData uri="http://schemas.openxmlformats.org/drawingml/2006/table">
            <a:tbl>
              <a:tblPr>
                <a:tableStyleId>{E8B1032C-EA38-4F05-BA0D-38AFFFC7BED3}</a:tableStyleId>
              </a:tblPr>
              <a:tblGrid>
                <a:gridCol w="171844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2251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827014">
                <a:tc>
                  <a:txBody>
                    <a:bodyPr/>
                    <a:lstStyle/>
                    <a:p>
                      <a:pPr fontAlgn="t"/>
                      <a:r>
                        <a:rPr lang="en-US" sz="1500" dirty="0">
                          <a:solidFill>
                            <a:schemeClr val="bg1"/>
                          </a:solidFill>
                        </a:rPr>
                        <a:t>normal</a:t>
                      </a:r>
                    </a:p>
                  </a:txBody>
                  <a:tcPr marL="121145" marR="121145" marT="64610" marB="64610"/>
                </a:tc>
                <a:tc>
                  <a:txBody>
                    <a:bodyPr/>
                    <a:lstStyle/>
                    <a:p>
                      <a:pPr fontAlgn="t"/>
                      <a:r>
                        <a:rPr lang="ru-RU" sz="1500" dirty="0">
                          <a:solidFill>
                            <a:schemeClr val="bg1"/>
                          </a:solidFill>
                        </a:rPr>
                        <a:t>Значение по умолчанию, не добавляет дополнительное пространство между буквами и символами.</a:t>
                      </a:r>
                    </a:p>
                  </a:txBody>
                  <a:tcPr marL="121145" marR="121145" marT="64610" marB="6461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59612">
                <a:tc>
                  <a:txBody>
                    <a:bodyPr/>
                    <a:lstStyle/>
                    <a:p>
                      <a:pPr fontAlgn="t"/>
                      <a:r>
                        <a:rPr lang="ru-RU" sz="1500">
                          <a:solidFill>
                            <a:schemeClr val="bg1"/>
                          </a:solidFill>
                        </a:rPr>
                        <a:t>длина</a:t>
                      </a:r>
                    </a:p>
                  </a:txBody>
                  <a:tcPr marL="121145" marR="121145" marT="64610" marB="64610"/>
                </a:tc>
                <a:tc>
                  <a:txBody>
                    <a:bodyPr/>
                    <a:lstStyle/>
                    <a:p>
                      <a:pPr fontAlgn="t"/>
                      <a:r>
                        <a:rPr lang="ru-RU" sz="1500">
                          <a:solidFill>
                            <a:schemeClr val="bg1"/>
                          </a:solidFill>
                        </a:rPr>
                        <a:t>Значение задаётся в единицах длины, положительные значения увеличивают промежутки между буквами и символами, отрицательные — уменьшают.</a:t>
                      </a:r>
                    </a:p>
                  </a:txBody>
                  <a:tcPr marL="121145" marR="121145" marT="64610" marB="6461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94416">
                <a:tc>
                  <a:txBody>
                    <a:bodyPr/>
                    <a:lstStyle/>
                    <a:p>
                      <a:pPr fontAlgn="t"/>
                      <a:r>
                        <a:rPr lang="en-US" sz="1500">
                          <a:solidFill>
                            <a:schemeClr val="bg1"/>
                          </a:solidFill>
                        </a:rPr>
                        <a:t>initial</a:t>
                      </a:r>
                    </a:p>
                  </a:txBody>
                  <a:tcPr marL="121145" marR="121145" marT="64610" marB="64610"/>
                </a:tc>
                <a:tc>
                  <a:txBody>
                    <a:bodyPr/>
                    <a:lstStyle/>
                    <a:p>
                      <a:pPr fontAlgn="t"/>
                      <a:r>
                        <a:rPr lang="ru-RU" sz="1500">
                          <a:solidFill>
                            <a:schemeClr val="bg1"/>
                          </a:solidFill>
                        </a:rPr>
                        <a:t>Устанавливает значение свойства в значение по умолчанию.</a:t>
                      </a:r>
                    </a:p>
                  </a:txBody>
                  <a:tcPr marL="121145" marR="121145" marT="64610" marB="6461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94416">
                <a:tc>
                  <a:txBody>
                    <a:bodyPr/>
                    <a:lstStyle/>
                    <a:p>
                      <a:pPr fontAlgn="t"/>
                      <a:r>
                        <a:rPr lang="en-US" sz="1500">
                          <a:solidFill>
                            <a:schemeClr val="bg1"/>
                          </a:solidFill>
                        </a:rPr>
                        <a:t>inherit</a:t>
                      </a:r>
                    </a:p>
                  </a:txBody>
                  <a:tcPr marL="121145" marR="121145" marT="64610" marB="64610"/>
                </a:tc>
                <a:tc>
                  <a:txBody>
                    <a:bodyPr/>
                    <a:lstStyle/>
                    <a:p>
                      <a:pPr fontAlgn="t"/>
                      <a:r>
                        <a:rPr lang="ru-RU" sz="1500" dirty="0">
                          <a:solidFill>
                            <a:schemeClr val="bg1"/>
                          </a:solidFill>
                        </a:rPr>
                        <a:t>Наследует значение свойства от родительского элемента.</a:t>
                      </a:r>
                    </a:p>
                  </a:txBody>
                  <a:tcPr marL="121145" marR="121145" marT="64610" marB="6461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404664"/>
            <a:ext cx="8640960" cy="1200329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r>
              <a:rPr lang="ru-RU" sz="36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Дополнительные свойства CSS для форматирования текста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520" y="1772816"/>
            <a:ext cx="8640960" cy="400110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r>
              <a:rPr lang="ru-RU" sz="20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Обработка пробелов </a:t>
            </a:r>
            <a:r>
              <a:rPr lang="en-US" sz="20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white-space</a:t>
            </a:r>
          </a:p>
        </p:txBody>
      </p:sp>
      <p:graphicFrame>
        <p:nvGraphicFramePr>
          <p:cNvPr id="8" name="Таблица 7"/>
          <p:cNvGraphicFramePr>
            <a:graphicFrameLocks noGrp="1"/>
          </p:cNvGraphicFramePr>
          <p:nvPr/>
        </p:nvGraphicFramePr>
        <p:xfrm>
          <a:off x="323528" y="2276872"/>
          <a:ext cx="8640960" cy="4453714"/>
        </p:xfrm>
        <a:graphic>
          <a:graphicData uri="http://schemas.openxmlformats.org/drawingml/2006/table">
            <a:tbl>
              <a:tblPr>
                <a:tableStyleId>{E8B1032C-EA38-4F05-BA0D-38AFFFC7BED3}</a:tableStyleId>
              </a:tblPr>
              <a:tblGrid>
                <a:gridCol w="171844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2251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114845">
                <a:tc>
                  <a:txBody>
                    <a:bodyPr/>
                    <a:lstStyle/>
                    <a:p>
                      <a:pPr fontAlgn="t"/>
                      <a:r>
                        <a:rPr lang="en-US" sz="1600" dirty="0">
                          <a:solidFill>
                            <a:schemeClr val="bg1"/>
                          </a:solidFill>
                        </a:rPr>
                        <a:t>normal</a:t>
                      </a:r>
                    </a:p>
                  </a:txBody>
                  <a:tcPr marL="80978" marR="80978" marT="43188" marB="43188"/>
                </a:tc>
                <a:tc>
                  <a:txBody>
                    <a:bodyPr/>
                    <a:lstStyle/>
                    <a:p>
                      <a:pPr fontAlgn="t"/>
                      <a:r>
                        <a:rPr lang="ru-RU" sz="1600" dirty="0">
                          <a:solidFill>
                            <a:schemeClr val="bg1"/>
                          </a:solidFill>
                        </a:rPr>
                        <a:t>Значение по умолчанию. Между словами вставляется только по одному пробелу, дополнительные пробелы отбрасываются. Текст переносится только в случае необходимости.</a:t>
                      </a:r>
                    </a:p>
                  </a:txBody>
                  <a:tcPr marL="80978" marR="80978" marT="43188" marB="43188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2828">
                <a:tc>
                  <a:txBody>
                    <a:bodyPr/>
                    <a:lstStyle/>
                    <a:p>
                      <a:pPr fontAlgn="t"/>
                      <a:r>
                        <a:rPr lang="en-US" sz="1600">
                          <a:solidFill>
                            <a:schemeClr val="bg1"/>
                          </a:solidFill>
                        </a:rPr>
                        <a:t>nowrap</a:t>
                      </a:r>
                    </a:p>
                  </a:txBody>
                  <a:tcPr marL="80978" marR="80978" marT="43188" marB="43188"/>
                </a:tc>
                <a:tc>
                  <a:txBody>
                    <a:bodyPr/>
                    <a:lstStyle/>
                    <a:p>
                      <a:pPr fontAlgn="t"/>
                      <a:r>
                        <a:rPr lang="ru-RU" sz="1600" dirty="0">
                          <a:solidFill>
                            <a:schemeClr val="bg1"/>
                          </a:solidFill>
                        </a:rPr>
                        <a:t>Запрещает переносы строк, за исключением применения &lt;</a:t>
                      </a:r>
                      <a:r>
                        <a:rPr lang="ru-RU" sz="1600" dirty="0" err="1">
                          <a:solidFill>
                            <a:schemeClr val="bg1"/>
                          </a:solidFill>
                        </a:rPr>
                        <a:t>br</a:t>
                      </a:r>
                      <a:r>
                        <a:rPr lang="ru-RU" sz="1600" dirty="0">
                          <a:solidFill>
                            <a:schemeClr val="bg1"/>
                          </a:solidFill>
                        </a:rPr>
                        <a:t>&gt;.</a:t>
                      </a:r>
                    </a:p>
                  </a:txBody>
                  <a:tcPr marL="80978" marR="80978" marT="43188" marB="43188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3501">
                <a:tc>
                  <a:txBody>
                    <a:bodyPr/>
                    <a:lstStyle/>
                    <a:p>
                      <a:pPr fontAlgn="t"/>
                      <a:r>
                        <a:rPr lang="en-US" sz="1600">
                          <a:solidFill>
                            <a:schemeClr val="bg1"/>
                          </a:solidFill>
                        </a:rPr>
                        <a:t>pre</a:t>
                      </a:r>
                    </a:p>
                  </a:txBody>
                  <a:tcPr marL="80978" marR="80978" marT="43188" marB="43188"/>
                </a:tc>
                <a:tc>
                  <a:txBody>
                    <a:bodyPr/>
                    <a:lstStyle/>
                    <a:p>
                      <a:pPr fontAlgn="t"/>
                      <a:r>
                        <a:rPr lang="ru-RU" sz="1600">
                          <a:solidFill>
                            <a:schemeClr val="bg1"/>
                          </a:solidFill>
                        </a:rPr>
                        <a:t>Пробелы в тексте не игнорируются, браузер отображает дополнительные пробелы и переносы строк.</a:t>
                      </a:r>
                    </a:p>
                  </a:txBody>
                  <a:tcPr marL="80978" marR="80978" marT="43188" marB="43188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2828">
                <a:tc>
                  <a:txBody>
                    <a:bodyPr/>
                    <a:lstStyle/>
                    <a:p>
                      <a:pPr fontAlgn="t"/>
                      <a:r>
                        <a:rPr lang="en-US" sz="1600">
                          <a:solidFill>
                            <a:schemeClr val="bg1"/>
                          </a:solidFill>
                        </a:rPr>
                        <a:t>pre-wrap</a:t>
                      </a:r>
                    </a:p>
                  </a:txBody>
                  <a:tcPr marL="80978" marR="80978" marT="43188" marB="43188"/>
                </a:tc>
                <a:tc>
                  <a:txBody>
                    <a:bodyPr/>
                    <a:lstStyle/>
                    <a:p>
                      <a:pPr fontAlgn="t"/>
                      <a:r>
                        <a:rPr lang="ru-RU" sz="1600">
                          <a:solidFill>
                            <a:schemeClr val="bg1"/>
                          </a:solidFill>
                        </a:rPr>
                        <a:t>Сохраняет пробелы в тексте, делая разрывы строк там, где это необходимо.</a:t>
                      </a:r>
                    </a:p>
                  </a:txBody>
                  <a:tcPr marL="80978" marR="80978" marT="43188" marB="43188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2828">
                <a:tc>
                  <a:txBody>
                    <a:bodyPr/>
                    <a:lstStyle/>
                    <a:p>
                      <a:pPr fontAlgn="t"/>
                      <a:r>
                        <a:rPr lang="en-US" sz="1600">
                          <a:solidFill>
                            <a:schemeClr val="bg1"/>
                          </a:solidFill>
                        </a:rPr>
                        <a:t>pre-line</a:t>
                      </a:r>
                    </a:p>
                  </a:txBody>
                  <a:tcPr marL="80978" marR="80978" marT="43188" marB="43188"/>
                </a:tc>
                <a:tc>
                  <a:txBody>
                    <a:bodyPr/>
                    <a:lstStyle/>
                    <a:p>
                      <a:pPr fontAlgn="t"/>
                      <a:r>
                        <a:rPr lang="ru-RU" sz="1600">
                          <a:solidFill>
                            <a:schemeClr val="bg1"/>
                          </a:solidFill>
                        </a:rPr>
                        <a:t>Удаляет лишние пробелы, за исключением случаев &lt;br&gt;.</a:t>
                      </a:r>
                    </a:p>
                  </a:txBody>
                  <a:tcPr marL="80978" marR="80978" marT="43188" marB="43188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2828">
                <a:tc>
                  <a:txBody>
                    <a:bodyPr/>
                    <a:lstStyle/>
                    <a:p>
                      <a:pPr fontAlgn="t"/>
                      <a:r>
                        <a:rPr lang="en-US" sz="1600">
                          <a:solidFill>
                            <a:schemeClr val="bg1"/>
                          </a:solidFill>
                        </a:rPr>
                        <a:t>initial</a:t>
                      </a:r>
                    </a:p>
                  </a:txBody>
                  <a:tcPr marL="80978" marR="80978" marT="43188" marB="43188"/>
                </a:tc>
                <a:tc>
                  <a:txBody>
                    <a:bodyPr/>
                    <a:lstStyle/>
                    <a:p>
                      <a:pPr fontAlgn="t"/>
                      <a:r>
                        <a:rPr lang="ru-RU" sz="1600" dirty="0">
                          <a:solidFill>
                            <a:schemeClr val="bg1"/>
                          </a:solidFill>
                        </a:rPr>
                        <a:t>Устанавливает значение свойства в значение по умолчанию.</a:t>
                      </a:r>
                    </a:p>
                  </a:txBody>
                  <a:tcPr marL="80978" marR="80978" marT="43188" marB="43188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12828">
                <a:tc>
                  <a:txBody>
                    <a:bodyPr/>
                    <a:lstStyle/>
                    <a:p>
                      <a:pPr fontAlgn="t"/>
                      <a:r>
                        <a:rPr lang="en-US" sz="1600">
                          <a:solidFill>
                            <a:schemeClr val="bg1"/>
                          </a:solidFill>
                        </a:rPr>
                        <a:t>inherit</a:t>
                      </a:r>
                    </a:p>
                  </a:txBody>
                  <a:tcPr marL="80978" marR="80978" marT="43188" marB="43188"/>
                </a:tc>
                <a:tc>
                  <a:txBody>
                    <a:bodyPr/>
                    <a:lstStyle/>
                    <a:p>
                      <a:pPr fontAlgn="t"/>
                      <a:r>
                        <a:rPr lang="ru-RU" sz="1600" dirty="0">
                          <a:solidFill>
                            <a:schemeClr val="bg1"/>
                          </a:solidFill>
                        </a:rPr>
                        <a:t>Наследует значение свойства от родительского элемента.</a:t>
                      </a:r>
                    </a:p>
                  </a:txBody>
                  <a:tcPr marL="80978" marR="80978" marT="43188" marB="43188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404664"/>
            <a:ext cx="8640960" cy="1200329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r>
              <a:rPr lang="ru-RU" sz="36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Дополнительные свойства CSS для форматирования текста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520" y="1772816"/>
            <a:ext cx="8640960" cy="707886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r>
              <a:rPr lang="ru-RU" sz="20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Отступ </a:t>
            </a:r>
            <a:r>
              <a:rPr lang="en-US" sz="20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text-indent</a:t>
            </a:r>
            <a:r>
              <a:rPr lang="ru-RU" sz="20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Устанавливает отступ (выступ) в первой строке элемента</a:t>
            </a:r>
            <a:endParaRPr lang="en-US" sz="2000" b="1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</p:txBody>
      </p:sp>
      <p:graphicFrame>
        <p:nvGraphicFramePr>
          <p:cNvPr id="6" name="Таблица 5"/>
          <p:cNvGraphicFramePr>
            <a:graphicFrameLocks noGrp="1"/>
          </p:cNvGraphicFramePr>
          <p:nvPr/>
        </p:nvGraphicFramePr>
        <p:xfrm>
          <a:off x="251520" y="2564903"/>
          <a:ext cx="8640960" cy="4032451"/>
        </p:xfrm>
        <a:graphic>
          <a:graphicData uri="http://schemas.openxmlformats.org/drawingml/2006/table">
            <a:tbl>
              <a:tblPr>
                <a:tableStyleId>{E8B1032C-EA38-4F05-BA0D-38AFFFC7BED3}</a:tableStyleId>
              </a:tblPr>
              <a:tblGrid>
                <a:gridCol w="171844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225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387346">
                <a:tc>
                  <a:txBody>
                    <a:bodyPr/>
                    <a:lstStyle/>
                    <a:p>
                      <a:pPr fontAlgn="t"/>
                      <a:r>
                        <a:rPr lang="ru-RU" sz="1800" dirty="0">
                          <a:solidFill>
                            <a:schemeClr val="bg1"/>
                          </a:solidFill>
                        </a:rPr>
                        <a:t>длина</a:t>
                      </a:r>
                    </a:p>
                  </a:txBody>
                  <a:tcPr marL="114586" marR="114586" marT="61113" marB="61113"/>
                </a:tc>
                <a:tc>
                  <a:txBody>
                    <a:bodyPr/>
                    <a:lstStyle/>
                    <a:p>
                      <a:pPr fontAlgn="t"/>
                      <a:r>
                        <a:rPr lang="ru-RU" sz="1800" dirty="0">
                          <a:solidFill>
                            <a:schemeClr val="bg1"/>
                          </a:solidFill>
                        </a:rPr>
                        <a:t>Значение задаётся в единицах длины </a:t>
                      </a:r>
                      <a:r>
                        <a:rPr lang="ru-RU" sz="1800" dirty="0" err="1">
                          <a:solidFill>
                            <a:schemeClr val="bg1"/>
                          </a:solidFill>
                        </a:rPr>
                        <a:t>em</a:t>
                      </a:r>
                      <a:r>
                        <a:rPr lang="ru-RU" sz="1800" dirty="0">
                          <a:solidFill>
                            <a:schemeClr val="bg1"/>
                          </a:solidFill>
                        </a:rPr>
                        <a:t>, </a:t>
                      </a:r>
                      <a:r>
                        <a:rPr lang="ru-RU" sz="1800" dirty="0" err="1">
                          <a:solidFill>
                            <a:schemeClr val="bg1"/>
                          </a:solidFill>
                        </a:rPr>
                        <a:t>px</a:t>
                      </a:r>
                      <a:r>
                        <a:rPr lang="ru-RU" sz="1800" dirty="0">
                          <a:solidFill>
                            <a:schemeClr val="bg1"/>
                          </a:solidFill>
                        </a:rPr>
                        <a:t> и т.д. Смещает первую строку текста. Можно использовать как положительные, так и отрицательные </a:t>
                      </a:r>
                      <a:r>
                        <a:rPr lang="ru-RU" sz="1800" dirty="0" smtClean="0">
                          <a:solidFill>
                            <a:schemeClr val="bg1"/>
                          </a:solidFill>
                        </a:rPr>
                        <a:t>значения</a:t>
                      </a:r>
                      <a:endParaRPr lang="ru-RU" sz="1800" dirty="0">
                        <a:solidFill>
                          <a:schemeClr val="bg1"/>
                        </a:solidFill>
                      </a:endParaRPr>
                    </a:p>
                  </a:txBody>
                  <a:tcPr marL="114586" marR="114586" marT="61113" marB="61113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83959">
                <a:tc>
                  <a:txBody>
                    <a:bodyPr/>
                    <a:lstStyle/>
                    <a:p>
                      <a:pPr fontAlgn="t"/>
                      <a:r>
                        <a:rPr lang="ru-RU" sz="1800">
                          <a:solidFill>
                            <a:schemeClr val="bg1"/>
                          </a:solidFill>
                        </a:rPr>
                        <a:t>%</a:t>
                      </a:r>
                    </a:p>
                  </a:txBody>
                  <a:tcPr marL="114586" marR="114586" marT="61113" marB="61113"/>
                </a:tc>
                <a:tc>
                  <a:txBody>
                    <a:bodyPr/>
                    <a:lstStyle/>
                    <a:p>
                      <a:pPr fontAlgn="t"/>
                      <a:r>
                        <a:rPr lang="ru-RU" sz="1800">
                          <a:solidFill>
                            <a:schemeClr val="bg1"/>
                          </a:solidFill>
                        </a:rPr>
                        <a:t>Величина смещения задаётся в процентах, вычисляется относительно ширины родительского блока.</a:t>
                      </a:r>
                    </a:p>
                  </a:txBody>
                  <a:tcPr marL="114586" marR="114586" marT="61113" marB="61113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80573">
                <a:tc>
                  <a:txBody>
                    <a:bodyPr/>
                    <a:lstStyle/>
                    <a:p>
                      <a:pPr fontAlgn="t"/>
                      <a:r>
                        <a:rPr lang="en-US" sz="1800">
                          <a:solidFill>
                            <a:schemeClr val="bg1"/>
                          </a:solidFill>
                        </a:rPr>
                        <a:t>initial</a:t>
                      </a:r>
                    </a:p>
                  </a:txBody>
                  <a:tcPr marL="114586" marR="114586" marT="61113" marB="61113"/>
                </a:tc>
                <a:tc>
                  <a:txBody>
                    <a:bodyPr/>
                    <a:lstStyle/>
                    <a:p>
                      <a:pPr fontAlgn="t"/>
                      <a:r>
                        <a:rPr lang="ru-RU" sz="1800">
                          <a:solidFill>
                            <a:schemeClr val="bg1"/>
                          </a:solidFill>
                        </a:rPr>
                        <a:t>Устанавливает значение свойства в значение по умолчанию.</a:t>
                      </a:r>
                    </a:p>
                  </a:txBody>
                  <a:tcPr marL="114586" marR="114586" marT="61113" marB="61113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80573">
                <a:tc>
                  <a:txBody>
                    <a:bodyPr/>
                    <a:lstStyle/>
                    <a:p>
                      <a:pPr fontAlgn="t"/>
                      <a:r>
                        <a:rPr lang="en-US" sz="1800">
                          <a:solidFill>
                            <a:schemeClr val="bg1"/>
                          </a:solidFill>
                        </a:rPr>
                        <a:t>inherit</a:t>
                      </a:r>
                    </a:p>
                  </a:txBody>
                  <a:tcPr marL="114586" marR="114586" marT="61113" marB="61113"/>
                </a:tc>
                <a:tc>
                  <a:txBody>
                    <a:bodyPr/>
                    <a:lstStyle/>
                    <a:p>
                      <a:pPr fontAlgn="t"/>
                      <a:r>
                        <a:rPr lang="ru-RU" sz="1800" dirty="0">
                          <a:solidFill>
                            <a:schemeClr val="bg1"/>
                          </a:solidFill>
                        </a:rPr>
                        <a:t>Наследует значение свойства от родительского элемента.</a:t>
                      </a:r>
                    </a:p>
                  </a:txBody>
                  <a:tcPr marL="114586" marR="114586" marT="61113" marB="61113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404664"/>
            <a:ext cx="8640960" cy="1200329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r>
              <a:rPr lang="ru-RU" sz="36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Дополнительные свойства CSS для форматирования текста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520" y="1772816"/>
            <a:ext cx="8640960" cy="707886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r>
              <a:rPr lang="en-US" sz="20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text-transform</a:t>
            </a:r>
            <a:r>
              <a:rPr lang="ru-RU" sz="20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управляет преобразованием текста элемента в заглавные или прописные символы</a:t>
            </a:r>
            <a:endParaRPr lang="en-US" sz="2000" b="1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</p:txBody>
      </p:sp>
      <p:graphicFrame>
        <p:nvGraphicFramePr>
          <p:cNvPr id="6" name="Таблица 5"/>
          <p:cNvGraphicFramePr>
            <a:graphicFrameLocks noGrp="1"/>
          </p:cNvGraphicFramePr>
          <p:nvPr/>
        </p:nvGraphicFramePr>
        <p:xfrm>
          <a:off x="251520" y="2564903"/>
          <a:ext cx="8640960" cy="4104455"/>
        </p:xfrm>
        <a:graphic>
          <a:graphicData uri="http://schemas.openxmlformats.org/drawingml/2006/table">
            <a:tbl>
              <a:tblPr>
                <a:tableStyleId>{E8B1032C-EA38-4F05-BA0D-38AFFFC7BED3}</a:tableStyleId>
              </a:tblPr>
              <a:tblGrid>
                <a:gridCol w="171844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225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820891">
                <a:tc>
                  <a:txBody>
                    <a:bodyPr/>
                    <a:lstStyle/>
                    <a:p>
                      <a:pPr fontAlgn="t"/>
                      <a:r>
                        <a:rPr kumimoji="0" lang="en-US" sz="180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capitalize</a:t>
                      </a:r>
                      <a:br>
                        <a:rPr kumimoji="0" lang="en-US" sz="180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</a:br>
                      <a:endParaRPr kumimoji="0" lang="ru-RU" sz="180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14586" marR="114586" marT="61113" marB="61113"/>
                </a:tc>
                <a:tc>
                  <a:txBody>
                    <a:bodyPr/>
                    <a:lstStyle/>
                    <a:p>
                      <a:pPr fontAlgn="t"/>
                      <a:r>
                        <a:rPr kumimoji="0" lang="ru-RU" sz="180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Первый символ каждого слова в предложении будет заглавным. Остальные символы свой вид не меняют.</a:t>
                      </a:r>
                      <a:endParaRPr kumimoji="0" lang="ru-RU" sz="180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14586" marR="114586" marT="61113" marB="61113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20891">
                <a:tc>
                  <a:txBody>
                    <a:bodyPr/>
                    <a:lstStyle/>
                    <a:p>
                      <a:pPr fontAlgn="t"/>
                      <a:r>
                        <a:rPr kumimoji="0" lang="en-US" sz="180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lowercase</a:t>
                      </a:r>
                      <a:endParaRPr kumimoji="0" lang="ru-RU" sz="1800" dirty="0" smtClean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14586" marR="114586" marT="61113" marB="61113"/>
                </a:tc>
                <a:tc>
                  <a:txBody>
                    <a:bodyPr/>
                    <a:lstStyle/>
                    <a:p>
                      <a:pPr fontAlgn="t"/>
                      <a:r>
                        <a:rPr kumimoji="0" lang="ru-RU" sz="180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Все символы текста становятся строчными (нижний регистр).</a:t>
                      </a:r>
                    </a:p>
                  </a:txBody>
                  <a:tcPr marL="114586" marR="114586" marT="61113" marB="61113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20891">
                <a:tc>
                  <a:txBody>
                    <a:bodyPr/>
                    <a:lstStyle/>
                    <a:p>
                      <a:pPr fontAlgn="t"/>
                      <a:r>
                        <a:rPr kumimoji="0" lang="en-US" sz="180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uppercase</a:t>
                      </a:r>
                      <a:endParaRPr kumimoji="0" lang="ru-RU" sz="1800" dirty="0" smtClean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14586" marR="114586" marT="61113" marB="61113"/>
                </a:tc>
                <a:tc>
                  <a:txBody>
                    <a:bodyPr/>
                    <a:lstStyle/>
                    <a:p>
                      <a:pPr fontAlgn="t"/>
                      <a:r>
                        <a:rPr kumimoji="0" lang="ru-RU" sz="180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Все символы текста становятся прописными (верхний регистр).</a:t>
                      </a:r>
                    </a:p>
                  </a:txBody>
                  <a:tcPr marL="114586" marR="114586" marT="61113" marB="61113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20891">
                <a:tc>
                  <a:txBody>
                    <a:bodyPr/>
                    <a:lstStyle/>
                    <a:p>
                      <a:pPr fontAlgn="t"/>
                      <a:r>
                        <a:rPr kumimoji="0" lang="en-US" sz="180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none</a:t>
                      </a:r>
                    </a:p>
                  </a:txBody>
                  <a:tcPr marL="114586" marR="114586" marT="61113" marB="61113"/>
                </a:tc>
                <a:tc>
                  <a:txBody>
                    <a:bodyPr/>
                    <a:lstStyle/>
                    <a:p>
                      <a:pPr fontAlgn="t"/>
                      <a:r>
                        <a:rPr kumimoji="0" lang="ru-RU" sz="180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Не меняет регистр символов.</a:t>
                      </a:r>
                    </a:p>
                  </a:txBody>
                  <a:tcPr marL="114586" marR="114586" marT="61113" marB="61113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20891">
                <a:tc>
                  <a:txBody>
                    <a:bodyPr/>
                    <a:lstStyle/>
                    <a:p>
                      <a:pPr fontAlgn="t"/>
                      <a:r>
                        <a:rPr kumimoji="0" lang="en-US" sz="180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inherit</a:t>
                      </a:r>
                      <a:endParaRPr kumimoji="0" lang="en-US" sz="1800" dirty="0" smtClean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14586" marR="114586" marT="61113" marB="61113"/>
                </a:tc>
                <a:tc>
                  <a:txBody>
                    <a:bodyPr/>
                    <a:lstStyle/>
                    <a:p>
                      <a:pPr fontAlgn="t"/>
                      <a:r>
                        <a:rPr kumimoji="0" lang="ru-RU" sz="180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Наследует значение свойства от родительского элемента.</a:t>
                      </a:r>
                    </a:p>
                  </a:txBody>
                  <a:tcPr marL="114586" marR="114586" marT="61113" marB="61113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404664"/>
            <a:ext cx="8640960" cy="1200329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r>
              <a:rPr lang="ru-RU" sz="36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Дополнительные свойства CSS для форматирования текста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520" y="1772816"/>
            <a:ext cx="8640960" cy="400110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r>
              <a:rPr lang="ru-RU" sz="20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Расстояние между словами </a:t>
            </a:r>
            <a:r>
              <a:rPr lang="en-US" sz="20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word-spacing</a:t>
            </a:r>
          </a:p>
        </p:txBody>
      </p:sp>
      <p:graphicFrame>
        <p:nvGraphicFramePr>
          <p:cNvPr id="7" name="Таблица 6"/>
          <p:cNvGraphicFramePr>
            <a:graphicFrameLocks noGrp="1"/>
          </p:cNvGraphicFramePr>
          <p:nvPr/>
        </p:nvGraphicFramePr>
        <p:xfrm>
          <a:off x="251520" y="2420888"/>
          <a:ext cx="8640960" cy="3826848"/>
        </p:xfrm>
        <a:graphic>
          <a:graphicData uri="http://schemas.openxmlformats.org/drawingml/2006/table">
            <a:tbl>
              <a:tblPr>
                <a:tableStyleId>{E8B1032C-EA38-4F05-BA0D-38AFFFC7BED3}</a:tableStyleId>
              </a:tblPr>
              <a:tblGrid>
                <a:gridCol w="171844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2251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864000">
                <a:tc>
                  <a:txBody>
                    <a:bodyPr/>
                    <a:lstStyle/>
                    <a:p>
                      <a:pPr fontAlgn="t"/>
                      <a:r>
                        <a:rPr lang="en-US" sz="1800" dirty="0">
                          <a:solidFill>
                            <a:schemeClr val="bg1"/>
                          </a:solidFill>
                        </a:rPr>
                        <a:t>normal</a:t>
                      </a:r>
                    </a:p>
                  </a:txBody>
                  <a:tcPr marL="128970" marR="128970" marT="68784" marB="68784"/>
                </a:tc>
                <a:tc>
                  <a:txBody>
                    <a:bodyPr/>
                    <a:lstStyle/>
                    <a:p>
                      <a:pPr fontAlgn="t"/>
                      <a:r>
                        <a:rPr lang="ru-RU" sz="1800" dirty="0">
                          <a:solidFill>
                            <a:schemeClr val="bg1"/>
                          </a:solidFill>
                        </a:rPr>
                        <a:t>Значение по умолчанию, равное 0.25em.</a:t>
                      </a:r>
                    </a:p>
                  </a:txBody>
                  <a:tcPr marL="128970" marR="128970" marT="68784" marB="68784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64000">
                <a:tc>
                  <a:txBody>
                    <a:bodyPr/>
                    <a:lstStyle/>
                    <a:p>
                      <a:pPr fontAlgn="t"/>
                      <a:r>
                        <a:rPr lang="ru-RU" sz="1800">
                          <a:solidFill>
                            <a:schemeClr val="bg1"/>
                          </a:solidFill>
                        </a:rPr>
                        <a:t>длина</a:t>
                      </a:r>
                    </a:p>
                  </a:txBody>
                  <a:tcPr marL="128970" marR="128970" marT="68784" marB="68784"/>
                </a:tc>
                <a:tc>
                  <a:txBody>
                    <a:bodyPr/>
                    <a:lstStyle/>
                    <a:p>
                      <a:pPr fontAlgn="t"/>
                      <a:r>
                        <a:rPr lang="ru-RU" sz="1800" dirty="0">
                          <a:solidFill>
                            <a:schemeClr val="bg1"/>
                          </a:solidFill>
                        </a:rPr>
                        <a:t>Значение устанавливается в единицах длины — </a:t>
                      </a:r>
                      <a:r>
                        <a:rPr lang="ru-RU" sz="1800" dirty="0" err="1">
                          <a:solidFill>
                            <a:schemeClr val="bg1"/>
                          </a:solidFill>
                        </a:rPr>
                        <a:t>px</a:t>
                      </a:r>
                      <a:r>
                        <a:rPr lang="ru-RU" sz="1800" dirty="0">
                          <a:solidFill>
                            <a:schemeClr val="bg1"/>
                          </a:solidFill>
                        </a:rPr>
                        <a:t>, </a:t>
                      </a:r>
                      <a:r>
                        <a:rPr lang="ru-RU" sz="1800" dirty="0" err="1">
                          <a:solidFill>
                            <a:schemeClr val="bg1"/>
                          </a:solidFill>
                        </a:rPr>
                        <a:t>em</a:t>
                      </a:r>
                      <a:r>
                        <a:rPr lang="ru-RU" sz="1800" dirty="0">
                          <a:solidFill>
                            <a:schemeClr val="bg1"/>
                          </a:solidFill>
                        </a:rPr>
                        <a:t>. Принимает как положительные, так и отрицательные значения, увеличивая или уменьшая расстояние между словами.</a:t>
                      </a:r>
                    </a:p>
                  </a:txBody>
                  <a:tcPr marL="128970" marR="128970" marT="68784" marB="68784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64000">
                <a:tc>
                  <a:txBody>
                    <a:bodyPr/>
                    <a:lstStyle/>
                    <a:p>
                      <a:pPr fontAlgn="t"/>
                      <a:r>
                        <a:rPr lang="en-US" sz="1800">
                          <a:solidFill>
                            <a:schemeClr val="bg1"/>
                          </a:solidFill>
                        </a:rPr>
                        <a:t>initial</a:t>
                      </a:r>
                    </a:p>
                  </a:txBody>
                  <a:tcPr marL="128970" marR="128970" marT="68784" marB="68784"/>
                </a:tc>
                <a:tc>
                  <a:txBody>
                    <a:bodyPr/>
                    <a:lstStyle/>
                    <a:p>
                      <a:pPr fontAlgn="t"/>
                      <a:r>
                        <a:rPr lang="ru-RU" sz="1800">
                          <a:solidFill>
                            <a:schemeClr val="bg1"/>
                          </a:solidFill>
                        </a:rPr>
                        <a:t>Устанавливает значение свойства в значение по умолчанию.</a:t>
                      </a:r>
                    </a:p>
                  </a:txBody>
                  <a:tcPr marL="128970" marR="128970" marT="68784" marB="68784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64000">
                <a:tc>
                  <a:txBody>
                    <a:bodyPr/>
                    <a:lstStyle/>
                    <a:p>
                      <a:pPr fontAlgn="t"/>
                      <a:r>
                        <a:rPr lang="en-US" sz="1800">
                          <a:solidFill>
                            <a:schemeClr val="bg1"/>
                          </a:solidFill>
                        </a:rPr>
                        <a:t>inherit</a:t>
                      </a:r>
                    </a:p>
                  </a:txBody>
                  <a:tcPr marL="128970" marR="128970" marT="68784" marB="68784"/>
                </a:tc>
                <a:tc>
                  <a:txBody>
                    <a:bodyPr/>
                    <a:lstStyle/>
                    <a:p>
                      <a:pPr fontAlgn="t"/>
                      <a:r>
                        <a:rPr lang="ru-RU" sz="1800" dirty="0">
                          <a:solidFill>
                            <a:schemeClr val="bg1"/>
                          </a:solidFill>
                        </a:rPr>
                        <a:t>Наследует значение свойства от родительского элемента.</a:t>
                      </a:r>
                    </a:p>
                  </a:txBody>
                  <a:tcPr marL="128970" marR="128970" marT="68784" marB="68784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2132856"/>
            <a:ext cx="8640960" cy="2308324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algn="ctr"/>
            <a:r>
              <a:rPr lang="ru-RU" sz="4800" b="1" u="sng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4</a:t>
            </a:r>
            <a:r>
              <a:rPr lang="en-US" sz="4800" b="1" u="sng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.</a:t>
            </a:r>
            <a:r>
              <a:rPr lang="ru-RU" sz="4800" b="1" u="sng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Использование атрибутов </a:t>
            </a:r>
            <a:r>
              <a:rPr lang="ru-RU" sz="4800" b="1" u="sng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class</a:t>
            </a:r>
            <a:r>
              <a:rPr lang="ru-RU" sz="4800" b="1" u="sng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и </a:t>
            </a:r>
            <a:r>
              <a:rPr lang="ru-RU" sz="4800" b="1" u="sng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id</a:t>
            </a:r>
            <a:r>
              <a:rPr lang="ru-RU" sz="4800" b="1" u="sng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для задания стилей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251520" y="764704"/>
            <a:ext cx="8640960" cy="440120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r>
              <a:rPr lang="ru-RU" sz="20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Селекторы представляют структуру </a:t>
            </a:r>
            <a:r>
              <a:rPr lang="ru-RU" sz="2000" b="1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веб-страницы</a:t>
            </a:r>
            <a:r>
              <a:rPr lang="ru-RU" sz="20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. С их помощью создаются правила для форматирования элементов </a:t>
            </a:r>
            <a:r>
              <a:rPr lang="ru-RU" sz="2000" b="1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веб-страницы</a:t>
            </a:r>
            <a:r>
              <a:rPr lang="ru-RU" sz="20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. Селекторами могут быть элементы, их классы и идентификаторы, а также </a:t>
            </a:r>
            <a:r>
              <a:rPr lang="ru-RU" sz="2000" b="1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псевдоклассы</a:t>
            </a:r>
            <a:r>
              <a:rPr lang="ru-RU" sz="20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и </a:t>
            </a:r>
            <a:r>
              <a:rPr lang="ru-RU" sz="2000" b="1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псевдоэлементы</a:t>
            </a:r>
            <a:r>
              <a:rPr lang="ru-RU" sz="20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.</a:t>
            </a:r>
          </a:p>
          <a:p>
            <a:endParaRPr lang="ru-RU" sz="2000" b="1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r>
              <a:rPr lang="ru-RU" sz="20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К примеру базовые (селекторы тегов) </a:t>
            </a:r>
            <a:r>
              <a:rPr lang="en-US" sz="20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&lt;h1&gt; </a:t>
            </a:r>
            <a:r>
              <a:rPr lang="ru-RU" sz="20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или </a:t>
            </a:r>
            <a:r>
              <a:rPr lang="en-US" sz="20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&lt;hr /&gt; </a:t>
            </a:r>
            <a:r>
              <a:rPr lang="ru-RU" sz="20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или </a:t>
            </a:r>
            <a:r>
              <a:rPr lang="en-US" sz="20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&lt;p&gt;</a:t>
            </a:r>
          </a:p>
          <a:p>
            <a:endParaRPr lang="en-US" sz="2000" b="1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r>
              <a:rPr lang="ru-RU" sz="20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В </a:t>
            </a:r>
            <a:r>
              <a:rPr lang="en-US" sz="2000" b="1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css</a:t>
            </a:r>
            <a:r>
              <a:rPr lang="en-US" sz="20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</a:t>
            </a:r>
            <a:r>
              <a:rPr lang="ru-RU" sz="20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файле записанные как</a:t>
            </a:r>
          </a:p>
          <a:p>
            <a:r>
              <a:rPr lang="en-US" sz="20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h1 {</a:t>
            </a:r>
            <a:r>
              <a:rPr lang="en-US" sz="2000" b="1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color:red</a:t>
            </a:r>
            <a:r>
              <a:rPr lang="en-US" sz="20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;}</a:t>
            </a:r>
          </a:p>
          <a:p>
            <a:r>
              <a:rPr lang="en-US" sz="20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p {font-size:28px;}</a:t>
            </a:r>
          </a:p>
          <a:p>
            <a:r>
              <a:rPr lang="en-US" sz="20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hr {border: 0;</a:t>
            </a:r>
          </a:p>
          <a:p>
            <a:r>
              <a:rPr lang="en-US" sz="20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   width: 350px;</a:t>
            </a:r>
          </a:p>
          <a:p>
            <a:r>
              <a:rPr lang="en-US" sz="20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   height: 10px;</a:t>
            </a:r>
          </a:p>
          <a:p>
            <a:r>
              <a:rPr lang="en-US" sz="20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   background-color: blue;}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251520" y="764704"/>
            <a:ext cx="8640960" cy="532453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r>
              <a:rPr lang="ru-RU" sz="20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Селектор классов</a:t>
            </a:r>
          </a:p>
          <a:p>
            <a:endParaRPr lang="ru-RU" sz="2000" b="1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r>
              <a:rPr lang="en-US" sz="20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&lt;h1 class=“zagolovok1</a:t>
            </a:r>
            <a:r>
              <a:rPr lang="en-US" sz="20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”&gt;JSDBGJGBJ&lt;/h1&gt;</a:t>
            </a:r>
            <a:endParaRPr lang="en-US" sz="2000" b="1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endParaRPr lang="en-US" sz="2000" b="1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r>
              <a:rPr lang="en-US" sz="20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&lt;p class=“book</a:t>
            </a:r>
            <a:r>
              <a:rPr lang="en-US" sz="20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”&gt;</a:t>
            </a:r>
            <a:r>
              <a:rPr lang="en-US" sz="2000" b="1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sdjbfjsdgb</a:t>
            </a:r>
            <a:r>
              <a:rPr lang="en-US" sz="20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&lt;/p&gt;</a:t>
            </a:r>
            <a:endParaRPr lang="en-US" sz="2000" b="1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endParaRPr lang="en-US" sz="2000" b="1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r>
              <a:rPr lang="en-US" sz="20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&lt;div class=“first</a:t>
            </a:r>
            <a:r>
              <a:rPr lang="en-US" sz="20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”&gt;</a:t>
            </a:r>
            <a:r>
              <a:rPr lang="en-US" sz="2000" b="1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sdgsdg</a:t>
            </a:r>
            <a:r>
              <a:rPr lang="en-US" sz="20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&lt;/div&gt;</a:t>
            </a:r>
            <a:endParaRPr lang="en-US" sz="2000" b="1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endParaRPr lang="en-US" sz="2000" b="1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r>
              <a:rPr lang="ru-RU" sz="20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Стили для классов в CSS (впереди обязательно нужно поставить точку)</a:t>
            </a:r>
          </a:p>
          <a:p>
            <a:endParaRPr lang="ru-RU" sz="2000" b="1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r>
              <a:rPr lang="en-US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.zagolovok1 {color:#0033af;}</a:t>
            </a:r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или</a:t>
            </a:r>
            <a:r>
              <a:rPr lang="en-US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h1.zagolovok1 {color:#0033af;}</a:t>
            </a:r>
          </a:p>
          <a:p>
            <a:r>
              <a:rPr lang="en-US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.book {</a:t>
            </a:r>
            <a:r>
              <a:rPr lang="en-US" sz="20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color:red</a:t>
            </a:r>
            <a:r>
              <a:rPr lang="en-US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;} </a:t>
            </a:r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или </a:t>
            </a:r>
            <a:r>
              <a:rPr lang="en-US" sz="20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p.book</a:t>
            </a:r>
            <a:r>
              <a:rPr lang="en-US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{</a:t>
            </a:r>
            <a:r>
              <a:rPr lang="en-US" sz="20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color:red</a:t>
            </a:r>
            <a:r>
              <a:rPr lang="en-US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;}</a:t>
            </a:r>
          </a:p>
          <a:p>
            <a:r>
              <a:rPr lang="en-US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.first {</a:t>
            </a:r>
            <a:r>
              <a:rPr lang="en-US" sz="20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color:green</a:t>
            </a:r>
            <a:r>
              <a:rPr lang="en-US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;}</a:t>
            </a:r>
            <a:endParaRPr lang="ru-RU" sz="2000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endParaRPr lang="ru-RU" sz="2000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pPr algn="ctr"/>
            <a:r>
              <a:rPr lang="en-US" sz="20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.book </a:t>
            </a:r>
            <a:r>
              <a:rPr lang="ru-RU" sz="20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применяется ко всем классам </a:t>
            </a:r>
            <a:r>
              <a:rPr lang="en-US" sz="20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book</a:t>
            </a:r>
            <a:r>
              <a:rPr lang="ru-RU" sz="20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, </a:t>
            </a:r>
            <a:r>
              <a:rPr lang="en-US" sz="2000" b="1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p.book</a:t>
            </a:r>
            <a:r>
              <a:rPr lang="ru-RU" sz="20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только к тегу </a:t>
            </a:r>
            <a:r>
              <a:rPr lang="en-US" sz="20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p </a:t>
            </a:r>
            <a:r>
              <a:rPr lang="ru-RU" sz="20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с классом </a:t>
            </a:r>
            <a:r>
              <a:rPr lang="en-US" sz="20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book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251520" y="764704"/>
            <a:ext cx="8640960" cy="5940088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r>
              <a:rPr lang="ru-RU" sz="20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Селектор идентификаторов</a:t>
            </a:r>
          </a:p>
          <a:p>
            <a:endParaRPr lang="ru-RU" sz="2000" b="1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r>
              <a:rPr lang="en-US" sz="20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&lt;h1 id=“zagolovok1”&gt;</a:t>
            </a:r>
          </a:p>
          <a:p>
            <a:endParaRPr lang="en-US" sz="2000" b="1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r>
              <a:rPr lang="en-US" sz="20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&lt;p id=“book”&gt;</a:t>
            </a:r>
          </a:p>
          <a:p>
            <a:endParaRPr lang="en-US" sz="2000" b="1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r>
              <a:rPr lang="en-US" sz="20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&lt;div id=“first”&gt;</a:t>
            </a:r>
          </a:p>
          <a:p>
            <a:endParaRPr lang="en-US" sz="2000" b="1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r>
              <a:rPr lang="ru-RU" sz="20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Стили для идентификаторов в CSS (перед идентификатором ставится значок решетки)</a:t>
            </a:r>
          </a:p>
          <a:p>
            <a:endParaRPr lang="ru-RU" sz="2000" b="1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r>
              <a:rPr lang="en-US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#zagolovok1 {color:#0033af;} </a:t>
            </a:r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или </a:t>
            </a:r>
            <a:r>
              <a:rPr lang="en-US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h1#zagolovok1 {color:#0033af;}</a:t>
            </a:r>
          </a:p>
          <a:p>
            <a:r>
              <a:rPr lang="en-US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#book {</a:t>
            </a:r>
            <a:r>
              <a:rPr lang="en-US" sz="20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color:red</a:t>
            </a:r>
            <a:r>
              <a:rPr lang="en-US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;} </a:t>
            </a:r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или </a:t>
            </a:r>
            <a:r>
              <a:rPr lang="en-US" sz="20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p#book</a:t>
            </a:r>
            <a:r>
              <a:rPr lang="en-US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{</a:t>
            </a:r>
            <a:r>
              <a:rPr lang="en-US" sz="20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color:red</a:t>
            </a:r>
            <a:r>
              <a:rPr lang="en-US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;}</a:t>
            </a:r>
          </a:p>
          <a:p>
            <a:r>
              <a:rPr lang="en-US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#first {</a:t>
            </a:r>
            <a:r>
              <a:rPr lang="en-US" sz="20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color:green</a:t>
            </a:r>
            <a:r>
              <a:rPr lang="en-US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;} </a:t>
            </a:r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или </a:t>
            </a:r>
            <a:r>
              <a:rPr lang="en-US" sz="20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div#first</a:t>
            </a:r>
            <a:r>
              <a:rPr lang="en-US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{</a:t>
            </a:r>
            <a:r>
              <a:rPr lang="en-US" sz="20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color:green</a:t>
            </a:r>
            <a:r>
              <a:rPr lang="en-US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;}</a:t>
            </a:r>
          </a:p>
          <a:p>
            <a:endParaRPr lang="ru-RU" sz="2000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pPr algn="ctr"/>
            <a:r>
              <a:rPr lang="ru-RU" sz="20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Селектор идентификатора позволяет форматировать один конкретный элемент. Идентификатор </a:t>
            </a:r>
            <a:r>
              <a:rPr lang="ru-RU" sz="2000" b="1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id</a:t>
            </a:r>
            <a:r>
              <a:rPr lang="ru-RU" sz="20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 должен быть уникальным и на одной странице может встречаться только один раз.</a:t>
            </a:r>
            <a:endParaRPr lang="en-US" sz="2000" b="1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251520" y="764704"/>
            <a:ext cx="8640960" cy="3785652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r>
              <a:rPr lang="ru-RU" sz="20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Селектор идентификаторов</a:t>
            </a:r>
          </a:p>
          <a:p>
            <a:endParaRPr lang="ru-RU" sz="2000" b="1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endParaRPr lang="en-US" sz="2000" b="1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r>
              <a:rPr lang="en-US" sz="20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&lt;p id=“book” class=“first”&gt;</a:t>
            </a:r>
            <a:r>
              <a:rPr lang="ru-RU" sz="20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ТЕКСТ</a:t>
            </a:r>
            <a:r>
              <a:rPr lang="en-US" sz="20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&lt;/p&gt;</a:t>
            </a:r>
          </a:p>
          <a:p>
            <a:endParaRPr lang="en-US" sz="2000" b="1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r>
              <a:rPr lang="en-US" sz="20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#book {</a:t>
            </a:r>
            <a:r>
              <a:rPr lang="en-US" sz="2000" b="1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color:red</a:t>
            </a:r>
            <a:r>
              <a:rPr lang="en-US" sz="20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;}</a:t>
            </a:r>
          </a:p>
          <a:p>
            <a:r>
              <a:rPr lang="en-US" sz="20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.first {</a:t>
            </a:r>
            <a:r>
              <a:rPr lang="en-US" sz="2000" b="1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color:green</a:t>
            </a:r>
            <a:r>
              <a:rPr lang="en-US" sz="20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;}</a:t>
            </a:r>
          </a:p>
          <a:p>
            <a:endParaRPr lang="en-US" sz="2000" b="1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r>
              <a:rPr lang="ru-RU" sz="20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Правило для идентификатора всегда имеет больше вес чем класс.</a:t>
            </a:r>
            <a:endParaRPr lang="en-US" sz="2000" b="1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endParaRPr lang="en-US" sz="2000" b="1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endParaRPr lang="en-US" sz="2000" b="1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251520" y="764704"/>
            <a:ext cx="8640960" cy="3170099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endParaRPr lang="en-US" sz="2000" b="1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r>
              <a:rPr lang="en-US" sz="20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&lt;p class=“first</a:t>
            </a:r>
            <a:r>
              <a:rPr lang="ru-RU" sz="20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</a:t>
            </a:r>
            <a:r>
              <a:rPr lang="en-US" sz="20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child book”&gt;</a:t>
            </a:r>
            <a:r>
              <a:rPr lang="ru-RU" sz="20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ТЕКСТ</a:t>
            </a:r>
            <a:r>
              <a:rPr lang="en-US" sz="20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&lt;/p&gt;</a:t>
            </a:r>
          </a:p>
          <a:p>
            <a:endParaRPr lang="en-US" sz="2000" b="1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r>
              <a:rPr lang="en-US" sz="20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.first {font-size:42px;}</a:t>
            </a:r>
          </a:p>
          <a:p>
            <a:r>
              <a:rPr lang="en-US" sz="20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.child {</a:t>
            </a:r>
            <a:r>
              <a:rPr lang="en-US" sz="2000" b="1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color:green</a:t>
            </a:r>
            <a:r>
              <a:rPr lang="en-US" sz="20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;}</a:t>
            </a:r>
          </a:p>
          <a:p>
            <a:r>
              <a:rPr lang="en-US" sz="2000" b="1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p.book</a:t>
            </a:r>
            <a:r>
              <a:rPr lang="en-US" sz="20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{font-</a:t>
            </a:r>
            <a:r>
              <a:rPr lang="en-US" sz="2000" b="1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style:italic</a:t>
            </a:r>
            <a:r>
              <a:rPr lang="en-US" sz="20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;}</a:t>
            </a:r>
          </a:p>
          <a:p>
            <a:endParaRPr lang="en-US" sz="2000" b="1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r>
              <a:rPr lang="ru-RU" sz="20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Стиль может состоять из нескольких классов</a:t>
            </a:r>
            <a:endParaRPr lang="en-US" sz="2000" b="1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endParaRPr lang="en-US" sz="2000" b="1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endParaRPr lang="en-US" sz="2000" b="1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251520" y="764704"/>
            <a:ext cx="8640960" cy="1938992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r>
              <a:rPr lang="ru-RU" sz="20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Универсальный селектор *</a:t>
            </a:r>
          </a:p>
          <a:p>
            <a:endParaRPr lang="ru-RU" sz="2000" b="1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r>
              <a:rPr lang="ru-RU" sz="20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*</a:t>
            </a:r>
            <a:r>
              <a:rPr lang="en-US" sz="20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{font-size:24px; color black;}</a:t>
            </a:r>
          </a:p>
          <a:p>
            <a:endParaRPr lang="en-US" sz="2000" b="1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endParaRPr lang="en-US" sz="2000" b="1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r>
              <a:rPr lang="ru-RU" sz="2000" dirty="0" smtClean="0">
                <a:solidFill>
                  <a:schemeClr val="bg1"/>
                </a:solidFill>
              </a:rPr>
              <a:t>Соответствует любому </a:t>
            </a:r>
            <a:r>
              <a:rPr lang="en-US" sz="2000" dirty="0" smtClean="0">
                <a:solidFill>
                  <a:schemeClr val="bg1"/>
                </a:solidFill>
              </a:rPr>
              <a:t>HTML-</a:t>
            </a:r>
            <a:r>
              <a:rPr lang="ru-RU" sz="2000" dirty="0" smtClean="0">
                <a:solidFill>
                  <a:schemeClr val="bg1"/>
                </a:solidFill>
              </a:rPr>
              <a:t>элементу</a:t>
            </a:r>
            <a:endParaRPr lang="en-US" sz="2000" b="1" dirty="0" smtClean="0">
              <a:ln w="50800"/>
              <a:solidFill>
                <a:schemeClr val="bg1"/>
              </a:solidFill>
            </a:endParaRP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251520" y="188640"/>
            <a:ext cx="8640960" cy="5509200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r>
              <a:rPr lang="ru-RU" sz="2800" i="1" u="sng" dirty="0" smtClean="0">
                <a:solidFill>
                  <a:schemeClr val="bg1"/>
                </a:solidFill>
              </a:rPr>
              <a:t>Приоритет использования стилей (</a:t>
            </a:r>
            <a:r>
              <a:rPr lang="ru-RU" sz="2800" i="1" u="sng" dirty="0" err="1" smtClean="0">
                <a:solidFill>
                  <a:schemeClr val="bg1"/>
                </a:solidFill>
              </a:rPr>
              <a:t>tag</a:t>
            </a:r>
            <a:r>
              <a:rPr lang="ru-RU" sz="2800" i="1" u="sng" dirty="0" smtClean="0">
                <a:solidFill>
                  <a:schemeClr val="bg1"/>
                </a:solidFill>
              </a:rPr>
              <a:t> / </a:t>
            </a:r>
            <a:r>
              <a:rPr lang="ru-RU" sz="2800" i="1" u="sng" dirty="0" err="1" smtClean="0">
                <a:solidFill>
                  <a:schemeClr val="bg1"/>
                </a:solidFill>
              </a:rPr>
              <a:t>class</a:t>
            </a:r>
            <a:r>
              <a:rPr lang="ru-RU" sz="2800" i="1" u="sng" dirty="0" smtClean="0">
                <a:solidFill>
                  <a:schemeClr val="bg1"/>
                </a:solidFill>
              </a:rPr>
              <a:t> / </a:t>
            </a:r>
            <a:r>
              <a:rPr lang="ru-RU" sz="2800" i="1" u="sng" dirty="0" err="1" smtClean="0">
                <a:solidFill>
                  <a:schemeClr val="bg1"/>
                </a:solidFill>
              </a:rPr>
              <a:t>id</a:t>
            </a:r>
            <a:r>
              <a:rPr lang="ru-RU" sz="2800" i="1" u="sng" dirty="0" smtClean="0">
                <a:solidFill>
                  <a:schemeClr val="bg1"/>
                </a:solidFill>
              </a:rPr>
              <a:t> / </a:t>
            </a:r>
            <a:r>
              <a:rPr lang="ru-RU" sz="2800" i="1" u="sng" dirty="0" err="1" smtClean="0">
                <a:solidFill>
                  <a:schemeClr val="bg1"/>
                </a:solidFill>
              </a:rPr>
              <a:t>style</a:t>
            </a:r>
            <a:r>
              <a:rPr lang="ru-RU" sz="2800" i="1" u="sng" dirty="0" smtClean="0">
                <a:solidFill>
                  <a:schemeClr val="bg1"/>
                </a:solidFill>
              </a:rPr>
              <a:t>)</a:t>
            </a:r>
          </a:p>
          <a:p>
            <a:endParaRPr lang="ru-RU" sz="3600" i="1" u="sng" dirty="0" smtClean="0">
              <a:solidFill>
                <a:schemeClr val="bg1"/>
              </a:solidFill>
            </a:endParaRPr>
          </a:p>
          <a:p>
            <a:r>
              <a:rPr lang="en-US" sz="2000" dirty="0" smtClean="0">
                <a:solidFill>
                  <a:schemeClr val="bg1"/>
                </a:solidFill>
              </a:rPr>
              <a:t>&lt;p id="first" class="</a:t>
            </a:r>
            <a:r>
              <a:rPr lang="en-US" sz="2000" dirty="0" err="1" smtClean="0">
                <a:solidFill>
                  <a:schemeClr val="bg1"/>
                </a:solidFill>
              </a:rPr>
              <a:t>blaack</a:t>
            </a:r>
            <a:r>
              <a:rPr lang="en-US" sz="2000" dirty="0" smtClean="0">
                <a:solidFill>
                  <a:schemeClr val="bg1"/>
                </a:solidFill>
              </a:rPr>
              <a:t>"&gt; </a:t>
            </a:r>
            <a:r>
              <a:rPr lang="ru-RU" sz="2000" dirty="0" smtClean="0">
                <a:solidFill>
                  <a:schemeClr val="bg1"/>
                </a:solidFill>
              </a:rPr>
              <a:t>Любой большой текст</a:t>
            </a:r>
            <a:r>
              <a:rPr lang="en-US" sz="2000" dirty="0" smtClean="0">
                <a:solidFill>
                  <a:schemeClr val="bg1"/>
                </a:solidFill>
              </a:rPr>
              <a:t>&lt;/p&gt; </a:t>
            </a:r>
            <a:endParaRPr lang="ru-RU" sz="2000" dirty="0" smtClean="0">
              <a:solidFill>
                <a:schemeClr val="bg1"/>
              </a:solidFill>
            </a:endParaRPr>
          </a:p>
          <a:p>
            <a:endParaRPr lang="ru-RU" sz="2000" dirty="0" smtClean="0">
              <a:solidFill>
                <a:schemeClr val="bg1"/>
              </a:solidFill>
            </a:endParaRPr>
          </a:p>
          <a:p>
            <a:r>
              <a:rPr lang="ru-RU" sz="2000" dirty="0" smtClean="0">
                <a:solidFill>
                  <a:schemeClr val="bg1"/>
                </a:solidFill>
              </a:rPr>
              <a:t>В </a:t>
            </a:r>
            <a:r>
              <a:rPr lang="en-US" sz="2000" dirty="0" err="1" smtClean="0">
                <a:solidFill>
                  <a:schemeClr val="bg1"/>
                </a:solidFill>
              </a:rPr>
              <a:t>ccs</a:t>
            </a:r>
            <a:r>
              <a:rPr lang="en-US" sz="2000" dirty="0" smtClean="0">
                <a:solidFill>
                  <a:schemeClr val="bg1"/>
                </a:solidFill>
              </a:rPr>
              <a:t> </a:t>
            </a:r>
            <a:r>
              <a:rPr lang="ru-RU" sz="2000" dirty="0" smtClean="0">
                <a:solidFill>
                  <a:schemeClr val="bg1"/>
                </a:solidFill>
              </a:rPr>
              <a:t>файл запишем</a:t>
            </a:r>
          </a:p>
          <a:p>
            <a:r>
              <a:rPr lang="en-US" sz="2000" dirty="0" err="1" smtClean="0">
                <a:solidFill>
                  <a:schemeClr val="bg1"/>
                </a:solidFill>
              </a:rPr>
              <a:t>p#first.blaack</a:t>
            </a:r>
            <a:r>
              <a:rPr lang="en-US" sz="2000" dirty="0" smtClean="0">
                <a:solidFill>
                  <a:schemeClr val="bg1"/>
                </a:solidFill>
              </a:rPr>
              <a:t> {font-size: 45px; color:#2501d8;}</a:t>
            </a:r>
          </a:p>
          <a:p>
            <a:r>
              <a:rPr lang="en-US" sz="2000" dirty="0" err="1" smtClean="0">
                <a:solidFill>
                  <a:schemeClr val="bg1"/>
                </a:solidFill>
              </a:rPr>
              <a:t>p#first</a:t>
            </a:r>
            <a:r>
              <a:rPr lang="en-US" sz="2000" dirty="0" smtClean="0">
                <a:solidFill>
                  <a:schemeClr val="bg1"/>
                </a:solidFill>
              </a:rPr>
              <a:t> {font-size: 65px; </a:t>
            </a:r>
            <a:r>
              <a:rPr lang="en-US" sz="2000" dirty="0" err="1" smtClean="0">
                <a:solidFill>
                  <a:schemeClr val="bg1"/>
                </a:solidFill>
              </a:rPr>
              <a:t>color:green</a:t>
            </a:r>
            <a:r>
              <a:rPr lang="en-US" sz="2000" dirty="0" smtClean="0">
                <a:solidFill>
                  <a:schemeClr val="bg1"/>
                </a:solidFill>
              </a:rPr>
              <a:t>;}</a:t>
            </a:r>
          </a:p>
          <a:p>
            <a:r>
              <a:rPr lang="en-US" sz="2000" dirty="0" smtClean="0">
                <a:solidFill>
                  <a:schemeClr val="bg1"/>
                </a:solidFill>
              </a:rPr>
              <a:t>#first {font-size: 55px; </a:t>
            </a:r>
            <a:r>
              <a:rPr lang="en-US" sz="2000" dirty="0" err="1" smtClean="0">
                <a:solidFill>
                  <a:schemeClr val="bg1"/>
                </a:solidFill>
              </a:rPr>
              <a:t>color:red</a:t>
            </a:r>
            <a:r>
              <a:rPr lang="en-US" sz="2000" dirty="0" smtClean="0">
                <a:solidFill>
                  <a:schemeClr val="bg1"/>
                </a:solidFill>
              </a:rPr>
              <a:t>;}</a:t>
            </a:r>
          </a:p>
          <a:p>
            <a:r>
              <a:rPr lang="en-US" sz="2000" dirty="0" err="1" smtClean="0">
                <a:solidFill>
                  <a:schemeClr val="bg1"/>
                </a:solidFill>
              </a:rPr>
              <a:t>p.blaack</a:t>
            </a:r>
            <a:r>
              <a:rPr lang="en-US" sz="2000" dirty="0" smtClean="0">
                <a:solidFill>
                  <a:schemeClr val="bg1"/>
                </a:solidFill>
              </a:rPr>
              <a:t> {font-size: 95px;color:chartreuse;}</a:t>
            </a:r>
          </a:p>
          <a:p>
            <a:r>
              <a:rPr lang="en-US" sz="2000" dirty="0" smtClean="0">
                <a:solidFill>
                  <a:schemeClr val="bg1"/>
                </a:solidFill>
              </a:rPr>
              <a:t>.</a:t>
            </a:r>
            <a:r>
              <a:rPr lang="en-US" sz="2000" dirty="0" err="1" smtClean="0">
                <a:solidFill>
                  <a:schemeClr val="bg1"/>
                </a:solidFill>
              </a:rPr>
              <a:t>blaack</a:t>
            </a:r>
            <a:r>
              <a:rPr lang="en-US" sz="2000" dirty="0" smtClean="0">
                <a:solidFill>
                  <a:schemeClr val="bg1"/>
                </a:solidFill>
              </a:rPr>
              <a:t> {font-size: 75px;color:aqua;}</a:t>
            </a:r>
          </a:p>
          <a:p>
            <a:r>
              <a:rPr lang="en-US" sz="2000" dirty="0" smtClean="0">
                <a:solidFill>
                  <a:schemeClr val="bg1"/>
                </a:solidFill>
              </a:rPr>
              <a:t>p {font-size:12px; </a:t>
            </a:r>
            <a:r>
              <a:rPr lang="en-US" sz="2000" dirty="0" err="1" smtClean="0">
                <a:solidFill>
                  <a:schemeClr val="bg1"/>
                </a:solidFill>
              </a:rPr>
              <a:t>color:yellow</a:t>
            </a:r>
            <a:r>
              <a:rPr lang="en-US" sz="2000" dirty="0" smtClean="0">
                <a:solidFill>
                  <a:schemeClr val="bg1"/>
                </a:solidFill>
              </a:rPr>
              <a:t>;}</a:t>
            </a:r>
            <a:endParaRPr lang="ru-RU" sz="2000" dirty="0" smtClean="0">
              <a:solidFill>
                <a:schemeClr val="bg1"/>
              </a:solidFill>
            </a:endParaRPr>
          </a:p>
          <a:p>
            <a:endParaRPr lang="ru-RU" sz="2000" i="1" u="sng" dirty="0" smtClean="0">
              <a:solidFill>
                <a:schemeClr val="bg1"/>
              </a:solidFill>
            </a:endParaRPr>
          </a:p>
          <a:p>
            <a:pPr algn="ctr"/>
            <a:r>
              <a:rPr lang="ru-RU" sz="2000" dirty="0" smtClean="0">
                <a:solidFill>
                  <a:schemeClr val="bg1"/>
                </a:solidFill>
              </a:rPr>
              <a:t>А в </a:t>
            </a:r>
            <a:r>
              <a:rPr lang="en-US" sz="2000" dirty="0" smtClean="0">
                <a:solidFill>
                  <a:schemeClr val="bg1"/>
                </a:solidFill>
              </a:rPr>
              <a:t>html </a:t>
            </a:r>
            <a:r>
              <a:rPr lang="ru-RU" sz="2000" dirty="0" smtClean="0">
                <a:solidFill>
                  <a:schemeClr val="bg1"/>
                </a:solidFill>
              </a:rPr>
              <a:t>между </a:t>
            </a:r>
            <a:r>
              <a:rPr lang="en-US" sz="2000" dirty="0" smtClean="0">
                <a:solidFill>
                  <a:schemeClr val="bg1"/>
                </a:solidFill>
              </a:rPr>
              <a:t>&lt;head&gt; &lt;/head&gt;</a:t>
            </a:r>
          </a:p>
          <a:p>
            <a:pPr algn="ctr"/>
            <a:r>
              <a:rPr lang="en-US" sz="2000" dirty="0" smtClean="0">
                <a:solidFill>
                  <a:schemeClr val="bg1"/>
                </a:solidFill>
              </a:rPr>
              <a:t>&lt;</a:t>
            </a:r>
            <a:r>
              <a:rPr lang="en-US" sz="2000" dirty="0" smtClean="0">
                <a:solidFill>
                  <a:schemeClr val="bg1"/>
                </a:solidFill>
              </a:rPr>
              <a:t>style&gt;p </a:t>
            </a:r>
            <a:r>
              <a:rPr lang="en-US" sz="2000" dirty="0" smtClean="0">
                <a:solidFill>
                  <a:schemeClr val="bg1"/>
                </a:solidFill>
              </a:rPr>
              <a:t>{font-size:12px; </a:t>
            </a:r>
            <a:r>
              <a:rPr lang="en-US" sz="2000" dirty="0" err="1" smtClean="0">
                <a:solidFill>
                  <a:schemeClr val="bg1"/>
                </a:solidFill>
              </a:rPr>
              <a:t>color:darkorange</a:t>
            </a:r>
            <a:r>
              <a:rPr lang="en-US" sz="2000" dirty="0" smtClean="0">
                <a:solidFill>
                  <a:schemeClr val="bg1"/>
                </a:solidFill>
              </a:rPr>
              <a:t>;}</a:t>
            </a:r>
          </a:p>
          <a:p>
            <a:pPr algn="ctr"/>
            <a:r>
              <a:rPr lang="en-US" sz="2000" dirty="0" smtClean="0">
                <a:solidFill>
                  <a:schemeClr val="bg1"/>
                </a:solidFill>
              </a:rPr>
              <a:t>&lt;/style&gt;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251520" y="188640"/>
            <a:ext cx="8640960" cy="3416320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r>
              <a:rPr lang="ru-RU" sz="2800" i="1" u="sng" dirty="0" smtClean="0">
                <a:solidFill>
                  <a:schemeClr val="bg1"/>
                </a:solidFill>
              </a:rPr>
              <a:t>Приоритет использования стилей (</a:t>
            </a:r>
            <a:r>
              <a:rPr lang="ru-RU" sz="2800" i="1" u="sng" dirty="0" err="1" smtClean="0">
                <a:solidFill>
                  <a:schemeClr val="bg1"/>
                </a:solidFill>
              </a:rPr>
              <a:t>tag</a:t>
            </a:r>
            <a:r>
              <a:rPr lang="ru-RU" sz="2800" i="1" u="sng" dirty="0" smtClean="0">
                <a:solidFill>
                  <a:schemeClr val="bg1"/>
                </a:solidFill>
              </a:rPr>
              <a:t> / </a:t>
            </a:r>
            <a:r>
              <a:rPr lang="ru-RU" sz="2800" i="1" u="sng" dirty="0" err="1" smtClean="0">
                <a:solidFill>
                  <a:schemeClr val="bg1"/>
                </a:solidFill>
              </a:rPr>
              <a:t>class</a:t>
            </a:r>
            <a:r>
              <a:rPr lang="ru-RU" sz="2800" i="1" u="sng" dirty="0" smtClean="0">
                <a:solidFill>
                  <a:schemeClr val="bg1"/>
                </a:solidFill>
              </a:rPr>
              <a:t> / </a:t>
            </a:r>
            <a:r>
              <a:rPr lang="ru-RU" sz="2800" i="1" u="sng" dirty="0" err="1" smtClean="0">
                <a:solidFill>
                  <a:schemeClr val="bg1"/>
                </a:solidFill>
              </a:rPr>
              <a:t>id</a:t>
            </a:r>
            <a:r>
              <a:rPr lang="ru-RU" sz="2800" i="1" u="sng" dirty="0" smtClean="0">
                <a:solidFill>
                  <a:schemeClr val="bg1"/>
                </a:solidFill>
              </a:rPr>
              <a:t> / </a:t>
            </a:r>
            <a:r>
              <a:rPr lang="ru-RU" sz="2800" i="1" u="sng" dirty="0" err="1" smtClean="0">
                <a:solidFill>
                  <a:schemeClr val="bg1"/>
                </a:solidFill>
              </a:rPr>
              <a:t>style</a:t>
            </a:r>
            <a:r>
              <a:rPr lang="ru-RU" sz="2800" i="1" u="sng" dirty="0" smtClean="0">
                <a:solidFill>
                  <a:schemeClr val="bg1"/>
                </a:solidFill>
              </a:rPr>
              <a:t>)</a:t>
            </a:r>
          </a:p>
          <a:p>
            <a:endParaRPr lang="en-US" sz="2000" i="1" u="sng" dirty="0" smtClean="0">
              <a:solidFill>
                <a:schemeClr val="bg1"/>
              </a:solidFill>
            </a:endParaRPr>
          </a:p>
          <a:p>
            <a:pPr algn="ctr"/>
            <a:r>
              <a:rPr lang="ru-RU" sz="2000" dirty="0" smtClean="0">
                <a:solidFill>
                  <a:schemeClr val="bg1"/>
                </a:solidFill>
              </a:rPr>
              <a:t>Теперь в </a:t>
            </a:r>
            <a:r>
              <a:rPr lang="en-US" sz="2000" dirty="0" smtClean="0">
                <a:solidFill>
                  <a:schemeClr val="bg1"/>
                </a:solidFill>
              </a:rPr>
              <a:t>html </a:t>
            </a:r>
            <a:r>
              <a:rPr lang="ru-RU" sz="2000" dirty="0" smtClean="0">
                <a:solidFill>
                  <a:schemeClr val="bg1"/>
                </a:solidFill>
              </a:rPr>
              <a:t>к каждому правилу добавим </a:t>
            </a:r>
            <a:r>
              <a:rPr lang="en-US" sz="2000" dirty="0" smtClean="0">
                <a:solidFill>
                  <a:schemeClr val="bg1"/>
                </a:solidFill>
              </a:rPr>
              <a:t>!important</a:t>
            </a:r>
          </a:p>
          <a:p>
            <a:pPr algn="ctr"/>
            <a:r>
              <a:rPr lang="ru-RU" sz="2000" dirty="0" smtClean="0">
                <a:solidFill>
                  <a:schemeClr val="bg1"/>
                </a:solidFill>
              </a:rPr>
              <a:t>Что бы получилось</a:t>
            </a:r>
          </a:p>
          <a:p>
            <a:pPr algn="ctr"/>
            <a:endParaRPr lang="ru-RU" sz="2000" dirty="0" smtClean="0">
              <a:solidFill>
                <a:schemeClr val="bg1"/>
              </a:solidFill>
            </a:endParaRPr>
          </a:p>
          <a:p>
            <a:pPr algn="ctr"/>
            <a:endParaRPr lang="ru-RU" sz="2000" dirty="0" smtClean="0">
              <a:solidFill>
                <a:schemeClr val="bg1"/>
              </a:solidFill>
            </a:endParaRPr>
          </a:p>
          <a:p>
            <a:pPr algn="ctr"/>
            <a:r>
              <a:rPr lang="en-US" sz="2000" dirty="0" smtClean="0">
                <a:solidFill>
                  <a:schemeClr val="bg1"/>
                </a:solidFill>
              </a:rPr>
              <a:t>&lt;style type="text/</a:t>
            </a:r>
            <a:r>
              <a:rPr lang="en-US" sz="2000" dirty="0" err="1" smtClean="0">
                <a:solidFill>
                  <a:schemeClr val="bg1"/>
                </a:solidFill>
              </a:rPr>
              <a:t>css</a:t>
            </a:r>
            <a:r>
              <a:rPr lang="en-US" sz="2000" dirty="0" smtClean="0">
                <a:solidFill>
                  <a:schemeClr val="bg1"/>
                </a:solidFill>
              </a:rPr>
              <a:t>"&gt;</a:t>
            </a:r>
            <a:endParaRPr lang="ru-RU" sz="2000" dirty="0" smtClean="0">
              <a:solidFill>
                <a:schemeClr val="bg1"/>
              </a:solidFill>
            </a:endParaRPr>
          </a:p>
          <a:p>
            <a:pPr algn="ctr"/>
            <a:r>
              <a:rPr lang="en-US" sz="2000" dirty="0" smtClean="0">
                <a:solidFill>
                  <a:schemeClr val="bg1"/>
                </a:solidFill>
              </a:rPr>
              <a:t>p {font-size:12px</a:t>
            </a:r>
            <a:r>
              <a:rPr lang="ru-RU" sz="2000" dirty="0" smtClean="0">
                <a:solidFill>
                  <a:schemeClr val="bg1"/>
                </a:solidFill>
              </a:rPr>
              <a:t> </a:t>
            </a:r>
            <a:r>
              <a:rPr lang="ru-RU" sz="2000" b="1" dirty="0" smtClean="0">
                <a:solidFill>
                  <a:schemeClr val="bg1"/>
                </a:solidFill>
              </a:rPr>
              <a:t>!</a:t>
            </a:r>
            <a:r>
              <a:rPr lang="en-US" sz="2000" b="1" dirty="0" smtClean="0">
                <a:solidFill>
                  <a:schemeClr val="bg1"/>
                </a:solidFill>
              </a:rPr>
              <a:t>important</a:t>
            </a:r>
            <a:r>
              <a:rPr lang="en-US" sz="2000" dirty="0" smtClean="0">
                <a:solidFill>
                  <a:schemeClr val="bg1"/>
                </a:solidFill>
              </a:rPr>
              <a:t>; </a:t>
            </a:r>
            <a:r>
              <a:rPr lang="en-US" sz="2000" dirty="0" err="1" smtClean="0">
                <a:solidFill>
                  <a:schemeClr val="bg1"/>
                </a:solidFill>
              </a:rPr>
              <a:t>color:darkorange</a:t>
            </a:r>
            <a:r>
              <a:rPr lang="ru-RU" sz="2000" dirty="0" smtClean="0">
                <a:solidFill>
                  <a:schemeClr val="bg1"/>
                </a:solidFill>
              </a:rPr>
              <a:t> </a:t>
            </a:r>
            <a:r>
              <a:rPr lang="ru-RU" sz="2000" b="1" dirty="0" smtClean="0">
                <a:solidFill>
                  <a:schemeClr val="bg1"/>
                </a:solidFill>
              </a:rPr>
              <a:t>!</a:t>
            </a:r>
            <a:r>
              <a:rPr lang="en-US" sz="2000" b="1" dirty="0" smtClean="0">
                <a:solidFill>
                  <a:schemeClr val="bg1"/>
                </a:solidFill>
              </a:rPr>
              <a:t>important</a:t>
            </a:r>
            <a:r>
              <a:rPr lang="en-US" sz="2000" dirty="0" smtClean="0">
                <a:solidFill>
                  <a:schemeClr val="bg1"/>
                </a:solidFill>
              </a:rPr>
              <a:t>;}</a:t>
            </a:r>
          </a:p>
          <a:p>
            <a:pPr algn="ctr"/>
            <a:r>
              <a:rPr lang="en-US" sz="2000" dirty="0" smtClean="0">
                <a:solidFill>
                  <a:schemeClr val="bg1"/>
                </a:solidFill>
              </a:rPr>
              <a:t>&lt;/style&gt;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2132856"/>
            <a:ext cx="8640960" cy="2308324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algn="ctr"/>
            <a:r>
              <a:rPr lang="ru-RU" sz="4800" b="1" u="sng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5</a:t>
            </a:r>
            <a:r>
              <a:rPr lang="en-US" sz="4800" b="1" u="sng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.</a:t>
            </a:r>
            <a:r>
              <a:rPr lang="ru-RU" sz="4800" b="1" u="sng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Использование внешних CSS файлов стилей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2132856"/>
            <a:ext cx="8640960" cy="1569660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algn="ctr"/>
            <a:r>
              <a:rPr lang="ru-RU" sz="48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Огромное множество </a:t>
            </a:r>
            <a:r>
              <a:rPr lang="en-US" sz="4800" b="1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css</a:t>
            </a:r>
            <a:r>
              <a:rPr lang="en-US" sz="48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</a:t>
            </a:r>
            <a:r>
              <a:rPr lang="ru-RU" sz="48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библиотек!!!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2132856"/>
            <a:ext cx="8640960" cy="707886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algn="ctr"/>
            <a:r>
              <a:rPr lang="en-US" sz="4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https://getbootstrap.com/</a:t>
            </a:r>
            <a:endParaRPr lang="ru-RU" sz="4000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2132856"/>
            <a:ext cx="8640960" cy="3170099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algn="ctr"/>
            <a:r>
              <a:rPr lang="ru-RU" sz="4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Подключение внешнего </a:t>
            </a:r>
            <a:r>
              <a:rPr lang="en-US" sz="40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css</a:t>
            </a:r>
            <a:r>
              <a:rPr lang="en-US" sz="4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</a:t>
            </a:r>
            <a:r>
              <a:rPr lang="ru-RU" sz="4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файла и возможности библиотек</a:t>
            </a:r>
            <a:endParaRPr lang="en-US" sz="4000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pPr algn="ctr"/>
            <a:endParaRPr lang="en-US" sz="4000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pPr algn="ctr"/>
            <a:r>
              <a:rPr lang="en-US" sz="4000" dirty="0" smtClean="0">
                <a:ln w="50800"/>
                <a:solidFill>
                  <a:schemeClr val="bg1">
                    <a:shade val="50000"/>
                  </a:schemeClr>
                </a:solidFill>
                <a:hlinkClick r:id="rId3"/>
              </a:rPr>
              <a:t>https://html5book.ru/osnovy-css</a:t>
            </a:r>
            <a:endParaRPr lang="en-US" sz="4000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pPr algn="ctr"/>
            <a:endParaRPr lang="ru-RU" sz="4000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2132856"/>
            <a:ext cx="8640960" cy="830997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algn="ctr"/>
            <a:r>
              <a:rPr lang="ru-RU" sz="4800" b="1" u="sng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6</a:t>
            </a:r>
            <a:r>
              <a:rPr lang="en-US" sz="4800" b="1" u="sng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.</a:t>
            </a:r>
            <a:r>
              <a:rPr lang="ru-RU" sz="4800" b="1" u="sng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Домашнее задание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2132856"/>
            <a:ext cx="8640960" cy="255454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algn="ctr"/>
            <a:r>
              <a:rPr lang="ru-RU" sz="4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Отформатировать текст во вложении с помощью </a:t>
            </a:r>
            <a:r>
              <a:rPr lang="en-US" sz="40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css</a:t>
            </a:r>
            <a:r>
              <a:rPr lang="en-US" sz="4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</a:t>
            </a:r>
            <a:r>
              <a:rPr lang="ru-RU" sz="4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используя классы</a:t>
            </a:r>
            <a:r>
              <a:rPr lang="en-US" sz="4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</a:t>
            </a:r>
            <a:r>
              <a:rPr lang="ru-RU" sz="4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и полученные знания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lassicPhotoAlbum">
  <a:themeElements>
    <a:clrScheme name="Technic">
      <a:dk1>
        <a:sysClr val="windowText" lastClr="000000"/>
      </a:dk1>
      <a:lt1>
        <a:sysClr val="window" lastClr="FFFFFF"/>
      </a:lt1>
      <a:dk2>
        <a:srgbClr val="3B3B3B"/>
      </a:dk2>
      <a:lt2>
        <a:srgbClr val="D4D2D0"/>
      </a:lt2>
      <a:accent1>
        <a:srgbClr val="6EA0B0"/>
      </a:accent1>
      <a:accent2>
        <a:srgbClr val="CCAF0A"/>
      </a:accent2>
      <a:accent3>
        <a:srgbClr val="8D89A4"/>
      </a:accent3>
      <a:accent4>
        <a:srgbClr val="748560"/>
      </a:accent4>
      <a:accent5>
        <a:srgbClr val="9E9273"/>
      </a:accent5>
      <a:accent6>
        <a:srgbClr val="7E848D"/>
      </a:accent6>
      <a:hlink>
        <a:srgbClr val="00C8C3"/>
      </a:hlink>
      <a:folHlink>
        <a:srgbClr val="A116E0"/>
      </a:folHlink>
    </a:clrScheme>
    <a:fontScheme name="Oriel">
      <a:majorFont>
        <a:latin typeface="Century Schoolbook"/>
        <a:ea typeface=""/>
        <a:cs typeface=""/>
        <a:font script="Jpan" typeface="ＭＳ Ｐ明朝"/>
        <a:font script="Hang" typeface="휴먼매직체"/>
        <a:font script="Hans" typeface="华文楷体"/>
        <a:font script="Hant" typeface="新細明體"/>
        <a:font script="Arab" typeface="Times New Roman"/>
        <a:font script="Hebr" typeface="Times New Roman"/>
        <a:font script="Thai" typeface="Kodchiang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entury Schoolbook"/>
        <a:ea typeface=""/>
        <a:cs typeface=""/>
        <a:font script="Jpan" typeface="ＭＳ Ｐ明朝"/>
        <a:font script="Hang" typeface="휴먼매직체"/>
        <a:font script="Hans" typeface="宋体"/>
        <a:font script="Hant" typeface="新細明體"/>
        <a:font script="Arab" typeface="Times New Roman"/>
        <a:font script="Hebr" typeface="Times New Roman"/>
        <a:font script="Thai" typeface="Kodchiang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inorFont>
    </a:fontScheme>
    <a:fmtScheme name="Trek">
      <a:fillStyleLst>
        <a:solidFill>
          <a:schemeClr val="phClr"/>
        </a:solidFill>
        <a:gradFill rotWithShape="1">
          <a:gsLst>
            <a:gs pos="0">
              <a:schemeClr val="phClr">
                <a:tint val="30000"/>
                <a:satMod val="250000"/>
              </a:schemeClr>
            </a:gs>
            <a:gs pos="72000">
              <a:schemeClr val="phClr">
                <a:tint val="75000"/>
                <a:satMod val="210000"/>
              </a:schemeClr>
            </a:gs>
            <a:gs pos="100000">
              <a:schemeClr val="phClr">
                <a:tint val="85000"/>
                <a:satMod val="210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75000"/>
                <a:shade val="85000"/>
                <a:satMod val="230000"/>
              </a:schemeClr>
            </a:gs>
            <a:gs pos="25000">
              <a:schemeClr val="phClr">
                <a:tint val="90000"/>
                <a:shade val="70000"/>
                <a:satMod val="220000"/>
              </a:schemeClr>
            </a:gs>
            <a:gs pos="50000">
              <a:schemeClr val="phClr">
                <a:tint val="90000"/>
                <a:shade val="58000"/>
                <a:satMod val="225000"/>
              </a:schemeClr>
            </a:gs>
            <a:gs pos="65000">
              <a:schemeClr val="phClr">
                <a:tint val="90000"/>
                <a:shade val="58000"/>
                <a:satMod val="225000"/>
              </a:schemeClr>
            </a:gs>
            <a:gs pos="80000">
              <a:schemeClr val="phClr">
                <a:tint val="90000"/>
                <a:shade val="69000"/>
                <a:satMod val="220000"/>
              </a:schemeClr>
            </a:gs>
            <a:gs pos="100000">
              <a:schemeClr val="phClr">
                <a:tint val="77000"/>
                <a:shade val="80000"/>
                <a:satMod val="230000"/>
              </a:schemeClr>
            </a:gs>
          </a:gsLst>
          <a:lin ang="5400000" scaled="1"/>
        </a:gradFill>
      </a:fillStyleLst>
      <a:lnStyleLst>
        <a:ln w="1000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76200" dist="50800" dir="5400000" rotWithShape="0">
              <a:srgbClr val="4E3B30">
                <a:alpha val="60000"/>
              </a:srgbClr>
            </a:outerShdw>
          </a:effectLst>
        </a:effectStyle>
        <a:effectStyle>
          <a:effectLst>
            <a:outerShdw blurRad="76200" dist="50800" dir="5400000" rotWithShape="0">
              <a:srgbClr val="4E3B3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0"/>
            </a:lightRig>
          </a:scene3d>
          <a:sp3d prstMaterial="metal">
            <a:bevelT w="10000" h="10000"/>
          </a:sp3d>
        </a:effectStyle>
        <a:effectStyle>
          <a:effectLst>
            <a:outerShdw blurRad="76200" dist="50800" dir="5400000" rotWithShape="0">
              <a:srgbClr val="4E3B30">
                <a:alpha val="60000"/>
              </a:srgbClr>
            </a:outerShdw>
          </a:effectLst>
          <a:scene3d>
            <a:camera prst="obliqueTopLeft" fov="600000">
              <a:rot lat="0" lon="0" rev="0"/>
            </a:camera>
            <a:lightRig rig="balanced" dir="t">
              <a:rot lat="0" lon="0" rev="19200000"/>
            </a:lightRig>
          </a:scene3d>
          <a:sp3d contourW="12700" prstMaterial="matte">
            <a:bevelT w="60000" h="50800"/>
            <a:contourClr>
              <a:schemeClr val="phClr">
                <a:shade val="60000"/>
                <a:satMod val="11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55000"/>
                <a:satMod val="300000"/>
              </a:schemeClr>
            </a:gs>
            <a:gs pos="40000">
              <a:schemeClr val="phClr">
                <a:tint val="65000"/>
                <a:satMod val="300000"/>
              </a:schemeClr>
            </a:gs>
            <a:gs pos="100000">
              <a:schemeClr val="phClr">
                <a:shade val="70000"/>
                <a:satMod val="350000"/>
              </a:schemeClr>
            </a:gs>
          </a:gsLst>
          <a:path path="circle">
            <a:fillToRect l="51000" t="-20000" r="200000" b="100000"/>
          </a:path>
        </a:gradFill>
        <a:blipFill>
          <a:blip xmlns:r="http://schemas.openxmlformats.org/officeDocument/2006/relationships" r:embed="rId1">
            <a:duotone>
              <a:schemeClr val="phClr">
                <a:shade val="25000"/>
                <a:satMod val="350000"/>
              </a:schemeClr>
              <a:schemeClr val="phClr">
                <a:tint val="83000"/>
                <a:satMod val="115000"/>
              </a:schemeClr>
            </a:duotone>
          </a:blip>
          <a:tile tx="0" ty="0" sx="120000" sy="120000" flip="xy" algn="t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Grek" typeface=""/>
        <a:font script="Cyrl" typeface=""/>
        <a:font script="Jpan" typeface="ＭＳ Ｐゴシック"/>
        <a:font script="Hang" typeface="맑은 고딕"/>
        <a:font script="Hans" typeface="宋体"/>
        <a:font script="Hant" typeface="微軟正黑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Grek" typeface=""/>
        <a:font script="Cyrl"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hade val="98000"/>
                <a:satMod val="300000"/>
              </a:schemeClr>
            </a:gs>
            <a:gs pos="25000">
              <a:schemeClr val="phClr">
                <a:tint val="37000"/>
                <a:shade val="98000"/>
                <a:satMod val="300000"/>
              </a:schemeClr>
            </a:gs>
            <a:gs pos="100000">
              <a:schemeClr val="phClr">
                <a:tint val="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75000"/>
                <a:satMod val="160000"/>
              </a:schemeClr>
            </a:gs>
            <a:gs pos="62000">
              <a:schemeClr val="phClr">
                <a:satMod val="125000"/>
              </a:schemeClr>
            </a:gs>
            <a:gs pos="100000">
              <a:schemeClr val="phClr">
                <a:tint val="80000"/>
                <a:satMod val="140000"/>
              </a:schemeClr>
            </a:gs>
          </a:gsLst>
          <a:lin ang="16200000" scaled="0"/>
        </a:gradFill>
      </a:fillStyleLst>
      <a:lnStyleLst>
        <a:ln w="63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  <a:ln w="34925" cap="rnd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63500" dist="25400" dir="5400000">
              <a:srgbClr val="000000">
                <a:alpha val="43137"/>
              </a:srgbClr>
            </a:outerShdw>
          </a:effectLst>
        </a:effectStyle>
        <a:effectStyle>
          <a:effectLst>
            <a:outerShdw blurRad="50800" dist="38100" dir="5400000">
              <a:srgbClr val="000000">
                <a:alpha val="45882"/>
              </a:srgbClr>
            </a:outerShdw>
          </a:effectLst>
          <a:scene3d>
            <a:camera prst="orthographicFront" fov="0">
              <a:rot lat="0" lon="0" rev="0"/>
            </a:camera>
            <a:lightRig rig="contrasting" dir="t">
              <a:rot lat="0" lon="0" rev="16500000"/>
            </a:lightRig>
          </a:scene3d>
          <a:sp3d contourW="12700" prstMaterial="powder">
            <a:bevelT h="50800"/>
            <a:contourClr>
              <a:schemeClr val="phClr"/>
            </a:contourClr>
          </a:sp3d>
        </a:effectStyle>
        <a:effectStyle>
          <a:effectLst>
            <a:reflection blurRad="12700" stA="25000" endPos="28000" dist="38100" dir="5400000" sy="-100000"/>
          </a:effectLst>
          <a:scene3d>
            <a:camera prst="orthographicFront" fov="0">
              <a:rot lat="0" lon="0" rev="0"/>
            </a:camera>
            <a:lightRig rig="threePt" dir="t">
              <a:rot lat="0" lon="0" rev="0"/>
            </a:lightRig>
          </a:scene3d>
          <a:sp3d>
            <a:bevelT w="139700" h="38100"/>
            <a:contourClr>
              <a:schemeClr val="phClr"/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shade val="75000"/>
                <a:satMod val="250000"/>
              </a:schemeClr>
            </a:gs>
            <a:gs pos="20000">
              <a:schemeClr val="phClr">
                <a:shade val="85000"/>
                <a:satMod val="175000"/>
              </a:schemeClr>
            </a:gs>
            <a:gs pos="100000">
              <a:schemeClr val="phClr">
                <a:tint val="70000"/>
                <a:satMod val="175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0000"/>
                <a:satMod val="145000"/>
              </a:schemeClr>
            </a:gs>
            <a:gs pos="30000">
              <a:schemeClr val="phClr">
                <a:shade val="65000"/>
                <a:satMod val="155000"/>
              </a:schemeClr>
            </a:gs>
            <a:gs pos="100000">
              <a:schemeClr val="phClr">
                <a:tint val="60000"/>
                <a:satMod val="170000"/>
              </a:schemeClr>
            </a:gs>
          </a:gsLst>
          <a:lin ang="16200000" scaled="1"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Grek" typeface=""/>
        <a:font script="Cyrl" typeface=""/>
        <a:font script="Jpan" typeface="ＭＳ Ｐゴシック"/>
        <a:font script="Hang" typeface="맑은 고딕"/>
        <a:font script="Hans" typeface="宋体"/>
        <a:font script="Hant" typeface="微軟正黑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Grek" typeface=""/>
        <a:font script="Cyrl"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hade val="98000"/>
                <a:satMod val="300000"/>
              </a:schemeClr>
            </a:gs>
            <a:gs pos="25000">
              <a:schemeClr val="phClr">
                <a:tint val="37000"/>
                <a:shade val="98000"/>
                <a:satMod val="300000"/>
              </a:schemeClr>
            </a:gs>
            <a:gs pos="100000">
              <a:schemeClr val="phClr">
                <a:tint val="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75000"/>
                <a:satMod val="160000"/>
              </a:schemeClr>
            </a:gs>
            <a:gs pos="62000">
              <a:schemeClr val="phClr">
                <a:satMod val="125000"/>
              </a:schemeClr>
            </a:gs>
            <a:gs pos="100000">
              <a:schemeClr val="phClr">
                <a:tint val="80000"/>
                <a:satMod val="140000"/>
              </a:schemeClr>
            </a:gs>
          </a:gsLst>
          <a:lin ang="16200000" scaled="0"/>
        </a:gradFill>
      </a:fillStyleLst>
      <a:lnStyleLst>
        <a:ln w="63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  <a:ln w="34925" cap="rnd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63500" dist="25400" dir="5400000">
              <a:srgbClr val="000000">
                <a:alpha val="43137"/>
              </a:srgbClr>
            </a:outerShdw>
          </a:effectLst>
        </a:effectStyle>
        <a:effectStyle>
          <a:effectLst>
            <a:outerShdw blurRad="50800" dist="38100" dir="5400000">
              <a:srgbClr val="000000">
                <a:alpha val="45882"/>
              </a:srgbClr>
            </a:outerShdw>
          </a:effectLst>
          <a:scene3d>
            <a:camera prst="orthographicFront" fov="0">
              <a:rot lat="0" lon="0" rev="0"/>
            </a:camera>
            <a:lightRig rig="contrasting" dir="t">
              <a:rot lat="0" lon="0" rev="16500000"/>
            </a:lightRig>
          </a:scene3d>
          <a:sp3d contourW="12700" prstMaterial="powder">
            <a:bevelT h="50800"/>
            <a:contourClr>
              <a:schemeClr val="phClr"/>
            </a:contourClr>
          </a:sp3d>
        </a:effectStyle>
        <a:effectStyle>
          <a:effectLst>
            <a:reflection blurRad="12700" stA="25000" endPos="28000" dist="38100" dir="5400000" sy="-100000"/>
          </a:effectLst>
          <a:scene3d>
            <a:camera prst="orthographicFront" fov="0">
              <a:rot lat="0" lon="0" rev="0"/>
            </a:camera>
            <a:lightRig rig="threePt" dir="t">
              <a:rot lat="0" lon="0" rev="0"/>
            </a:lightRig>
          </a:scene3d>
          <a:sp3d>
            <a:bevelT w="139700" h="38100"/>
            <a:contourClr>
              <a:schemeClr val="phClr"/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shade val="75000"/>
                <a:satMod val="250000"/>
              </a:schemeClr>
            </a:gs>
            <a:gs pos="20000">
              <a:schemeClr val="phClr">
                <a:shade val="85000"/>
                <a:satMod val="175000"/>
              </a:schemeClr>
            </a:gs>
            <a:gs pos="100000">
              <a:schemeClr val="phClr">
                <a:tint val="70000"/>
                <a:satMod val="175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0000"/>
                <a:satMod val="145000"/>
              </a:schemeClr>
            </a:gs>
            <a:gs pos="30000">
              <a:schemeClr val="phClr">
                <a:shade val="65000"/>
                <a:satMod val="155000"/>
              </a:schemeClr>
            </a:gs>
            <a:gs pos="100000">
              <a:schemeClr val="phClr">
                <a:tint val="60000"/>
                <a:satMod val="170000"/>
              </a:schemeClr>
            </a:gs>
          </a:gsLst>
          <a:lin ang="16200000" scaled="1"/>
        </a:gradFill>
      </a:bgFillStyleLst>
    </a:fmtScheme>
  </a:themeElements>
  <a:objectDefaults/>
  <a:extraClrSchemeLst/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revision>1</cp:revision>
  <dcterms:created xsi:type="dcterms:W3CDTF">2026-10-01T06:36:39Z</dcterms:created>
  <dcterms:modified xsi:type="dcterms:W3CDTF">2026-10-01T06:36:39Z</dcterms:modified>
</cp:coreProperties>
</file>